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4660"/>
  </p:normalViewPr>
  <p:slideViewPr>
    <p:cSldViewPr snapToGrid="0">
      <p:cViewPr varScale="1">
        <p:scale>
          <a:sx n="66" d="100"/>
          <a:sy n="66" d="100"/>
        </p:scale>
        <p:origin x="68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449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7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406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12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01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97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17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22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8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049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0941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8089D-4890-418C-8312-46DCD91BEE92}" type="datetimeFigureOut">
              <a:rPr lang="en-US" smtClean="0"/>
              <a:t>1/31/2023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47672-3FBE-4FAC-8308-F5F8F71DAAC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7A7ADC-DC74-DE9E-8B1C-EC5CF934E9E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11866881"/>
            <a:ext cx="1096566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Foot Locker -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3341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C6FEEF-0BA2-8C12-0C1B-CF1D4573E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531"/>
            <a:ext cx="6858000" cy="5214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253E166-F633-AB1E-B4FE-A776C802C13B}"/>
              </a:ext>
            </a:extLst>
          </p:cNvPr>
          <p:cNvSpPr/>
          <p:nvPr/>
        </p:nvSpPr>
        <p:spPr>
          <a:xfrm>
            <a:off x="0" y="517880"/>
            <a:ext cx="6858000" cy="12982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A1901-AEFC-5F8A-56C3-EF2FB524E907}"/>
              </a:ext>
            </a:extLst>
          </p:cNvPr>
          <p:cNvSpPr txBox="1"/>
          <p:nvPr/>
        </p:nvSpPr>
        <p:spPr>
          <a:xfrm>
            <a:off x="0" y="72508"/>
            <a:ext cx="5768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SuccessFactors: 2022 Calibration Reports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041F0F-CAC6-7FF5-FE3B-58B40115A732}"/>
              </a:ext>
            </a:extLst>
          </p:cNvPr>
          <p:cNvSpPr txBox="1"/>
          <p:nvPr/>
        </p:nvSpPr>
        <p:spPr>
          <a:xfrm>
            <a:off x="133204" y="674677"/>
            <a:ext cx="2652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2022 Calibration Session Comments 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DFA5D-B8A9-8E20-7199-265E6C16A524}"/>
              </a:ext>
            </a:extLst>
          </p:cNvPr>
          <p:cNvSpPr txBox="1"/>
          <p:nvPr/>
        </p:nvSpPr>
        <p:spPr>
          <a:xfrm>
            <a:off x="133204" y="1136342"/>
            <a:ext cx="25083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This report will display the all the Calibration Comments generated during a session for a specified leader. 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A13C83-066E-1CC4-581B-BA5C750D9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533" y="756466"/>
            <a:ext cx="3913549" cy="19649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FB01A14-7E45-42E0-7F78-32D2C78BDC3E}"/>
              </a:ext>
            </a:extLst>
          </p:cNvPr>
          <p:cNvSpPr txBox="1"/>
          <p:nvPr/>
        </p:nvSpPr>
        <p:spPr>
          <a:xfrm>
            <a:off x="133204" y="2938666"/>
            <a:ext cx="2508396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Expand the Calibration Reports label, and click on the report: 2022 Calibration Session Comments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CE72B2-DF0E-8726-7454-AB07B6C4B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5532" y="2948217"/>
            <a:ext cx="3908419" cy="1048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846B18D-5298-D364-94D4-094693DF5FD7}"/>
              </a:ext>
            </a:extLst>
          </p:cNvPr>
          <p:cNvSpPr txBox="1"/>
          <p:nvPr/>
        </p:nvSpPr>
        <p:spPr>
          <a:xfrm>
            <a:off x="133204" y="4351411"/>
            <a:ext cx="250839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Click on Action Icon and select whether you want to filter by editing or free-text.</a:t>
            </a:r>
          </a:p>
          <a:p>
            <a:r>
              <a:rPr lang="en-US" sz="11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Edit – allows user to select from a menu of Owners/Leaders.</a:t>
            </a:r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Free-text – allows user to type out an Owners/Leader’s name. 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C2E8886-B0AD-8FB8-8EF3-C8A67799DDB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50" b="36720"/>
          <a:stretch/>
        </p:blipFill>
        <p:spPr>
          <a:xfrm>
            <a:off x="2785530" y="4336825"/>
            <a:ext cx="3908419" cy="22443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B4A59D3-EA10-E5E4-23CB-DE5ECACF4AD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47021"/>
          <a:stretch/>
        </p:blipFill>
        <p:spPr>
          <a:xfrm>
            <a:off x="2785531" y="6820490"/>
            <a:ext cx="3908419" cy="1586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F947E98-B3F9-DECA-E564-38A30D003168}"/>
              </a:ext>
            </a:extLst>
          </p:cNvPr>
          <p:cNvSpPr txBox="1"/>
          <p:nvPr/>
        </p:nvSpPr>
        <p:spPr>
          <a:xfrm>
            <a:off x="133204" y="6820490"/>
            <a:ext cx="2508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Example of selecting “Edit” to choose owner value.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6B888E-DAE2-832D-815D-DF7C9E84D50C}"/>
              </a:ext>
            </a:extLst>
          </p:cNvPr>
          <p:cNvSpPr txBox="1"/>
          <p:nvPr/>
        </p:nvSpPr>
        <p:spPr>
          <a:xfrm>
            <a:off x="205170" y="8649850"/>
            <a:ext cx="25083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Example of selecting “Free-Text” to input owner value.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6562222-2535-7E72-B618-8076B4B79F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5531" y="8560561"/>
            <a:ext cx="1913470" cy="12109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1901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b83e9d4-1f85-4e06-a066-aef1d46ef089}" enabled="1" method="Standard" siteId="{3698556c-48eb-4511-8a0e-5fb6b7ebb01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110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Ashley Brijmohan</dc:creator>
  <cp:lastModifiedBy>Ashley Brijmohan</cp:lastModifiedBy>
  <cp:revision>1</cp:revision>
  <dcterms:created xsi:type="dcterms:W3CDTF">2023-01-31T19:13:50Z</dcterms:created>
  <dcterms:modified xsi:type="dcterms:W3CDTF">2023-01-31T19:15:11Z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Foot Locker - Internal Use Only</vt:lpwstr>
  </property>
</Properties>
</file>