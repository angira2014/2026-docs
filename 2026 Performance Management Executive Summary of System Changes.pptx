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2147444227" r:id="rId2"/>
    <p:sldId id="256" r:id="rId3"/>
    <p:sldId id="2147444224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536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94C1A40-4C53-4DBE-985C-DADBFAC646D3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3716995-8311-434D-BBFE-DC48170176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60930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DE49E1-92CC-E050-AB7B-06F95C15E6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A264ED4-6DEA-DEB3-071E-FB8D908F81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7AC3D39-C897-FAED-F683-A698C919F40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2574B8-9E7F-1CEE-123A-F983330A5CC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96788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465316-7F29-2CEA-B995-8B032BBEBE2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3226870-0B46-852A-4CF8-1CA0C15CD6F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C2B1BA-048D-F638-1640-E1AB3ADFA7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6E6DA-2C4B-4725-818A-3E2AD4368EDA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A2465D-1D1F-A520-843C-56B20E84F6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E43FCB-45B4-7FFC-22BC-650F8566A6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946F4-6EB3-460B-A407-265573339C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1651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704270-4675-4872-E6DA-103B1B0FB2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6689CD-B82B-C396-E90F-3466375315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BB820F-14FF-0FDE-6A6E-D00ADEE878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6E6DA-2C4B-4725-818A-3E2AD4368EDA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44740D-E131-BAC3-B384-9269B09D1A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1A0653-37C2-9EE4-6407-F224961D7A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946F4-6EB3-460B-A407-265573339C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10590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8C20A0-A87D-A950-ADDE-E133F7B502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E2E477-9D8F-2A8B-6457-CC98EAB964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4ECF5C-9F0E-18C9-354C-95F32EDD5B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6E6DA-2C4B-4725-818A-3E2AD4368EDA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DFEBCC-3375-3FD4-1780-73F0D0D97F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E21F31-82BE-74C2-D4F3-E60037A0E4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946F4-6EB3-460B-A407-265573339C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6612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7267D1-97DB-3BDF-02FE-98ED396D9F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525BA5-E25B-B80D-8EBD-15439AB815C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9AF6B8F-B9A6-5E22-20EA-0C5374270B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8ABEC26-7EB8-9160-B272-10B04348BE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6E6DA-2C4B-4725-818A-3E2AD4368EDA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F9991D1-EE2C-F269-579D-5962D7508D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4D8BD73-692D-92F0-98BC-65751CCD1D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946F4-6EB3-460B-A407-265573339C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67884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53B3B3-379F-A11A-7557-53AA1F4FE1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CBBC15-98B7-DF3D-AE0A-F4104FA116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B8CB175-3209-F4AD-E72D-D55159B0C2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8861D8E-A355-F7CF-3708-1A5CE3CAFF2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960BA49-9DB6-A804-BCDD-544E2F88AE6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F3AC3D5-B219-07E5-1D25-87914FE2BB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6E6DA-2C4B-4725-818A-3E2AD4368EDA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41A1C52-CEAC-952A-8E63-6C3B8CE9A5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96EC1C8-1B61-5F02-5554-E22FFA768A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946F4-6EB3-460B-A407-265573339C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12949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A398EB-702F-7169-0070-E9A0F372D4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1BDD283-A3CE-18F2-D92C-FA7143D1FA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6E6DA-2C4B-4725-818A-3E2AD4368EDA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87AC408-F692-91B2-ADD1-D55160027F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12B8905-D0A8-5C00-A8D5-910ECAB1D5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946F4-6EB3-460B-A407-265573339C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13256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A5DBDE0-267C-B497-E5D4-715C8F0B8F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6E6DA-2C4B-4725-818A-3E2AD4368EDA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F5CF8F1-BB57-A7B5-30BC-8655D47E2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F239D41-40C3-D437-B56A-3AF38CCC7B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946F4-6EB3-460B-A407-265573339C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36313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8055EE-092B-700C-D5D7-0828F047B4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48FC83-D545-F216-EDF9-EF4D00F016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FCEBC49-B4FB-1770-712E-0F3B1D91FA0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0061596-615A-A1AF-CB40-4E44EC3218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6E6DA-2C4B-4725-818A-3E2AD4368EDA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5A1931C-A204-A3B5-9DF1-16203ADF33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97C1FEC-D8D5-070E-FACE-A8ED0279B3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946F4-6EB3-460B-A407-265573339C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8696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617981-66D3-B958-B3B3-4E8EF505C4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719634D-5DE7-A19A-0E84-63D2C47453A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DC723A-A88A-FEA6-24B8-C9C7BB5711A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1C6CBF1-4AE4-4553-2DDA-D0D08FA961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6E6DA-2C4B-4725-818A-3E2AD4368EDA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679EB4-8DDD-3F45-848A-24F63929E7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55A150A-44AA-5F1B-DC49-D4365C8B63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946F4-6EB3-460B-A407-265573339C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33389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E1B62A-7A6E-645E-7620-08610A6073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55326A1-7451-C3E3-9A7F-81F51BA6438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EBB92D-2FEC-DD62-AC7B-62139B02F5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6E6DA-2C4B-4725-818A-3E2AD4368EDA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7A1063-1A8B-7C28-E39B-814D9F85A3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24BC03-1401-D373-13CA-188435ACE4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946F4-6EB3-460B-A407-265573339C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64041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152FD3F-CBB7-F6DD-6660-A2E65BBFD74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A1721AB-4407-C143-BC77-052505683F4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766503-48F6-64F0-A035-167B6CBC8F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6E6DA-2C4B-4725-818A-3E2AD4368EDA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5FEE08-A361-7495-B35B-90303BD4B6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76D6DA-188B-30A9-C519-1F059D3341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946F4-6EB3-460B-A407-265573339C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304603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119346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59B5814-5DA5-41AB-2CC4-2874A04B30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ADE00E-9A35-161E-A130-19802C6C82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B3DEDA-87E8-C2F1-D134-BF5F9CA2C23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496E6DA-2C4B-4725-818A-3E2AD4368EDA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0CD9BA-C0D8-CE38-1519-62FF3BC80F4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4F33BC-BA45-8D1E-F5FC-992A9577B66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C9946F4-6EB3-460B-A407-265573339C0D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8CF8E01-1AC6-EFF7-759C-12AA9A6BA95C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63500" y="6611620"/>
            <a:ext cx="2057400" cy="18288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1200">
                <a:solidFill>
                  <a:srgbClr val="FF0000">
                    <a:alpha val="50000"/>
                  </a:srgbClr>
                </a:solidFill>
                <a:latin typeface="Aptos" panose="020B0004020202020204" pitchFamily="34" charset="0"/>
              </a:rPr>
              <a:t>Foot Locker - Internal Use Only</a:t>
            </a:r>
          </a:p>
        </p:txBody>
      </p:sp>
    </p:spTree>
    <p:extLst>
      <p:ext uri="{BB962C8B-B14F-4D97-AF65-F5344CB8AC3E}">
        <p14:creationId xmlns:p14="http://schemas.microsoft.com/office/powerpoint/2010/main" val="10130260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892A01-5AD9-759D-655C-2A657E393553}"/>
              </a:ext>
            </a:extLst>
          </p:cNvPr>
          <p:cNvSpPr txBox="1">
            <a:spLocks/>
          </p:cNvSpPr>
          <p:nvPr/>
        </p:nvSpPr>
        <p:spPr>
          <a:xfrm>
            <a:off x="228140" y="1915155"/>
            <a:ext cx="7879540" cy="2475761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700" dirty="0">
                <a:solidFill>
                  <a:schemeClr val="bg1"/>
                </a:solidFill>
                <a:latin typeface="FootLocker FL Classic" panose="00000800000000000000" pitchFamily="50" charset="0"/>
              </a:rPr>
              <a:t>HRIS SuccessFactors</a:t>
            </a:r>
            <a:br>
              <a:rPr lang="en-US" sz="4700" dirty="0">
                <a:solidFill>
                  <a:schemeClr val="bg1"/>
                </a:solidFill>
                <a:latin typeface="FootLocker FL Classic" panose="00000800000000000000" pitchFamily="50" charset="0"/>
              </a:rPr>
            </a:br>
            <a:r>
              <a:rPr lang="en-US" sz="4700" dirty="0">
                <a:solidFill>
                  <a:schemeClr val="bg1"/>
                </a:solidFill>
                <a:latin typeface="FootLocker FL Classic" panose="00000800000000000000" pitchFamily="50" charset="0"/>
              </a:rPr>
              <a:t>2026 Performance Management Experience</a:t>
            </a:r>
          </a:p>
        </p:txBody>
      </p:sp>
      <p:pic>
        <p:nvPicPr>
          <p:cNvPr id="16" name="Image" descr="Image">
            <a:extLst>
              <a:ext uri="{FF2B5EF4-FFF2-40B4-BE49-F238E27FC236}">
                <a16:creationId xmlns:a16="http://schemas.microsoft.com/office/drawing/2014/main" id="{531D3099-7047-14FD-DC74-AE90B0A080C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4459" r="20192"/>
          <a:stretch>
            <a:fillRect/>
          </a:stretch>
        </p:blipFill>
        <p:spPr>
          <a:xfrm>
            <a:off x="7750851" y="0"/>
            <a:ext cx="444115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50567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914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FootLocker FL Classic" panose="00000800000000000000" pitchFamily="50" charset="0"/>
              </a:rPr>
              <a:t>2026 Performance Management Requirements</a:t>
            </a:r>
            <a:endParaRPr lang="en-US" sz="2400" dirty="0">
              <a:latin typeface="FootLocker FL Classic" panose="00000800000000000000" pitchFamily="50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9098280" y="114300"/>
            <a:ext cx="2926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FFFFFF"/>
                </a:solidFill>
              </a:rPr>
              <a:t>HRIS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10497312" y="6583680"/>
            <a:ext cx="2011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33333"/>
                </a:solidFill>
              </a:rPr>
              <a:t>FOOT LOCKER, INC.</a:t>
            </a:r>
            <a:endParaRPr lang="en-US" sz="1200" dirty="0"/>
          </a:p>
        </p:txBody>
      </p:sp>
      <p:graphicFrame>
        <p:nvGraphicFramePr>
          <p:cNvPr id="43" name="Table 42">
            <a:extLst>
              <a:ext uri="{FF2B5EF4-FFF2-40B4-BE49-F238E27FC236}">
                <a16:creationId xmlns:a16="http://schemas.microsoft.com/office/drawing/2014/main" id="{0920E28B-A7A6-6FA8-C526-6889E74E35A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52585153"/>
              </p:ext>
            </p:extLst>
          </p:nvPr>
        </p:nvGraphicFramePr>
        <p:xfrm>
          <a:off x="2030476" y="1507607"/>
          <a:ext cx="8128000" cy="314452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3929900580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25425837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FootLocker FL Classic" panose="00000800000000000000" pitchFamily="50" charset="0"/>
                        </a:rPr>
                        <a:t>REMOVED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FootLocker FL Classic" panose="00000800000000000000" pitchFamily="50" charset="0"/>
                        </a:rPr>
                        <a:t>ADDED/UPDATED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109916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en-US" sz="1600" b="0" i="0" dirty="0">
                          <a:effectLst/>
                          <a:latin typeface="FootLocker FL Standard" panose="00000500000000000000" pitchFamily="50" charset="0"/>
                        </a:rPr>
                        <a:t>Individual objective weights and weighted ratings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FootLocker FL Standard" panose="00000500000000000000" pitchFamily="50" charset="0"/>
                        </a:rPr>
                        <a:t>Rating scale updated to 1-4 points with new labels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744678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i="0" dirty="0">
                          <a:effectLst/>
                          <a:latin typeface="FootLocker FL Standard" panose="00000500000000000000" pitchFamily="50" charset="0"/>
                        </a:rPr>
                        <a:t>Individual objective rating selection (Teammate &amp; Leader)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FootLocker FL Standard" panose="00000500000000000000" pitchFamily="50" charset="0"/>
                        </a:rPr>
                        <a:t>Team Ranker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255640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i="0" dirty="0">
                          <a:effectLst/>
                          <a:latin typeface="FootLocker FL Standard" panose="00000500000000000000" pitchFamily="50" charset="0"/>
                        </a:rPr>
                        <a:t>Calculated Rating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FootLocker FL Standard" panose="00000500000000000000" pitchFamily="50" charset="0"/>
                        </a:rPr>
                        <a:t>Revised Ask for Feedback template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764564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i="0" dirty="0">
                          <a:effectLst/>
                          <a:latin typeface="FootLocker FL Standard" panose="00000500000000000000" pitchFamily="50" charset="0"/>
                        </a:rPr>
                        <a:t>Leadership Competency sections (Teammate &amp; Leader)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>
                        <a:latin typeface="FootLocker FL Standard" panose="00000500000000000000" pitchFamily="50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658988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FootLocker FL Standard" panose="00000500000000000000" pitchFamily="50" charset="0"/>
                        </a:rPr>
                        <a:t>Gap Analysis (no longer necessary due to individual ratings removed)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>
                        <a:latin typeface="FootLocker FL Standard" panose="00000500000000000000" pitchFamily="50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09805880"/>
                  </a:ext>
                </a:extLst>
              </a:tr>
            </a:tbl>
          </a:graphicData>
        </a:graphic>
      </p:graphicFrame>
      <p:sp>
        <p:nvSpPr>
          <p:cNvPr id="47" name="TextBox 46">
            <a:extLst>
              <a:ext uri="{FF2B5EF4-FFF2-40B4-BE49-F238E27FC236}">
                <a16:creationId xmlns:a16="http://schemas.microsoft.com/office/drawing/2014/main" id="{D2B952CF-F869-2398-2E60-05BC870BA555}"/>
              </a:ext>
            </a:extLst>
          </p:cNvPr>
          <p:cNvSpPr txBox="1"/>
          <p:nvPr/>
        </p:nvSpPr>
        <p:spPr>
          <a:xfrm>
            <a:off x="2030476" y="4725491"/>
            <a:ext cx="406552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i="1" dirty="0">
                <a:latin typeface="FootLocker FL Standard" panose="00000500000000000000" pitchFamily="50" charset="0"/>
              </a:rPr>
              <a:t>Manager individual objective comment box cannot be removed due to system limitation.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B998C7-EEC1-40A8-529D-A4E14DE988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0B9A1F90-6FF2-E962-8AB1-5F404EDD9B04}"/>
              </a:ext>
            </a:extLst>
          </p:cNvPr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02FBB4A2-CF57-0AD6-1524-947510873D60}"/>
              </a:ext>
            </a:extLst>
          </p:cNvPr>
          <p:cNvSpPr/>
          <p:nvPr/>
        </p:nvSpPr>
        <p:spPr>
          <a:xfrm>
            <a:off x="167640" y="22860"/>
            <a:ext cx="11296791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nn-NO" sz="2400" b="1" dirty="0">
                <a:solidFill>
                  <a:srgbClr val="FFFFFF"/>
                </a:solidFill>
                <a:latin typeface="FootLocker FL Classic" panose="00000800000000000000" pitchFamily="50" charset="0"/>
              </a:rPr>
              <a:t>Legacy Performance Management VS Latest Performance Experience</a:t>
            </a: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7197C03C-8A8B-04E9-EF82-F6B364326F14}"/>
              </a:ext>
            </a:extLst>
          </p:cNvPr>
          <p:cNvSpPr/>
          <p:nvPr/>
        </p:nvSpPr>
        <p:spPr>
          <a:xfrm>
            <a:off x="9206795" y="221742"/>
            <a:ext cx="2926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FFFFFF"/>
                </a:solidFill>
              </a:rPr>
              <a:t>HRIS</a:t>
            </a:r>
            <a:endParaRPr lang="en-US" sz="12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10ED815-9CB4-62A2-E345-AFA6933919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6351" y="1416301"/>
            <a:ext cx="4691058" cy="5232854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CA0863F6-4998-1585-4D84-03585D90416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01880" y="1416301"/>
            <a:ext cx="6968054" cy="5232854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88010A6F-5F2A-0FFE-1AB6-9C710C7D1F03}"/>
              </a:ext>
            </a:extLst>
          </p:cNvPr>
          <p:cNvSpPr txBox="1"/>
          <p:nvPr/>
        </p:nvSpPr>
        <p:spPr>
          <a:xfrm>
            <a:off x="1670756" y="886056"/>
            <a:ext cx="124177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FootLocker FL Classic" panose="00000800000000000000" pitchFamily="50" charset="0"/>
              </a:rPr>
              <a:t>Legacy</a:t>
            </a:r>
            <a:endParaRPr lang="en-US" dirty="0">
              <a:latin typeface="FootLocker FL Classic" panose="00000800000000000000" pitchFamily="50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DC3C117-10A5-D131-C4F6-87F21E2BFADC}"/>
              </a:ext>
            </a:extLst>
          </p:cNvPr>
          <p:cNvSpPr txBox="1"/>
          <p:nvPr/>
        </p:nvSpPr>
        <p:spPr>
          <a:xfrm>
            <a:off x="7965018" y="886055"/>
            <a:ext cx="124177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FootLocker FL Classic" panose="00000800000000000000" pitchFamily="50" charset="0"/>
              </a:rPr>
              <a:t>Latest</a:t>
            </a:r>
            <a:endParaRPr lang="en-US" dirty="0">
              <a:latin typeface="FootLocker FL Classic" panose="000008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486175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6b83e9d4-1f85-4e06-a066-aef1d46ef089}" enabled="1" method="Standard" siteId="{3698556c-48eb-4511-8a0e-5fb6b7ebb01f}" contentBits="2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99</Words>
  <Application>Microsoft Office PowerPoint</Application>
  <PresentationFormat>Widescreen</PresentationFormat>
  <Paragraphs>21</Paragraphs>
  <Slides>3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9" baseType="lpstr">
      <vt:lpstr>Aptos</vt:lpstr>
      <vt:lpstr>Aptos Display</vt:lpstr>
      <vt:lpstr>Arial</vt:lpstr>
      <vt:lpstr>FootLocker FL Classic</vt:lpstr>
      <vt:lpstr>FootLocker FL Standard</vt:lpstr>
      <vt:lpstr>Office Theme</vt:lpstr>
      <vt:lpstr>PowerPoint Presentation</vt:lpstr>
      <vt:lpstr>PowerPoint Presentation</vt:lpstr>
      <vt:lpstr>PowerPoint Presentation</vt:lpstr>
    </vt:vector>
  </TitlesOfParts>
  <Company>Foot Locker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Ashley Aquino</dc:creator>
  <cp:lastModifiedBy>Angira Dey</cp:lastModifiedBy>
  <cp:revision>2</cp:revision>
  <dcterms:created xsi:type="dcterms:W3CDTF">2026-07-23T14:27:19Z</dcterms:created>
  <dcterms:modified xsi:type="dcterms:W3CDTF">2026-07-30T06:33:04Z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lassificationContentMarkingFooterLocations">
    <vt:lpwstr>Office Theme:8</vt:lpwstr>
  </property>
  <property fmtid="{D5CDD505-2E9C-101B-9397-08002B2CF9AE}" pid="3" name="ClassificationContentMarkingFooterText">
    <vt:lpwstr>Foot Locker - Internal Use Only</vt:lpwstr>
  </property>
</Properties>
</file>