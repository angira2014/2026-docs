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2C6D2D-1D49-4847-A569-20F5B05D263B}" v="44" dt="2023-01-31T14:32:51.9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19" autoAdjust="0"/>
    <p:restoredTop sz="94660"/>
  </p:normalViewPr>
  <p:slideViewPr>
    <p:cSldViewPr snapToGrid="0">
      <p:cViewPr>
        <p:scale>
          <a:sx n="100" d="100"/>
          <a:sy n="100" d="100"/>
        </p:scale>
        <p:origin x="72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Brijmohan" userId="f6fd8940-16dc-4cbd-99e2-85c175eb837b" providerId="ADAL" clId="{082C6D2D-1D49-4847-A569-20F5B05D263B}"/>
    <pc:docChg chg="undo custSel addSld modSld">
      <pc:chgData name="Ashley Brijmohan" userId="f6fd8940-16dc-4cbd-99e2-85c175eb837b" providerId="ADAL" clId="{082C6D2D-1D49-4847-A569-20F5B05D263B}" dt="2023-01-31T17:20:20.708" v="4373" actId="20577"/>
      <pc:docMkLst>
        <pc:docMk/>
      </pc:docMkLst>
      <pc:sldChg chg="addSp delSp modSp mod">
        <pc:chgData name="Ashley Brijmohan" userId="f6fd8940-16dc-4cbd-99e2-85c175eb837b" providerId="ADAL" clId="{082C6D2D-1D49-4847-A569-20F5B05D263B}" dt="2023-01-31T17:20:20.708" v="4373" actId="20577"/>
        <pc:sldMkLst>
          <pc:docMk/>
          <pc:sldMk cId="2728616837" sldId="256"/>
        </pc:sldMkLst>
        <pc:spChg chg="add mod">
          <ac:chgData name="Ashley Brijmohan" userId="f6fd8940-16dc-4cbd-99e2-85c175eb837b" providerId="ADAL" clId="{082C6D2D-1D49-4847-A569-20F5B05D263B}" dt="2023-01-31T14:25:36.564" v="4008" actId="1036"/>
          <ac:spMkLst>
            <pc:docMk/>
            <pc:sldMk cId="2728616837" sldId="256"/>
            <ac:spMk id="2" creationId="{D28409E8-AA8F-A126-AA22-2ED21058CE67}"/>
          </ac:spMkLst>
        </pc:spChg>
        <pc:spChg chg="add mod ord">
          <ac:chgData name="Ashley Brijmohan" userId="f6fd8940-16dc-4cbd-99e2-85c175eb837b" providerId="ADAL" clId="{082C6D2D-1D49-4847-A569-20F5B05D263B}" dt="2023-01-31T14:25:36.564" v="4008" actId="1036"/>
          <ac:spMkLst>
            <pc:docMk/>
            <pc:sldMk cId="2728616837" sldId="256"/>
            <ac:spMk id="3" creationId="{CE0034B4-76C0-4A6A-FA3F-520034FD502F}"/>
          </ac:spMkLst>
        </pc:spChg>
        <pc:spChg chg="mod">
          <ac:chgData name="Ashley Brijmohan" userId="f6fd8940-16dc-4cbd-99e2-85c175eb837b" providerId="ADAL" clId="{082C6D2D-1D49-4847-A569-20F5B05D263B}" dt="2023-01-27T18:45:13.861" v="0" actId="14100"/>
          <ac:spMkLst>
            <pc:docMk/>
            <pc:sldMk cId="2728616837" sldId="256"/>
            <ac:spMk id="6" creationId="{1AFBFF63-CCA3-0070-3C58-A43E5419CE42}"/>
          </ac:spMkLst>
        </pc:spChg>
        <pc:spChg chg="mod">
          <ac:chgData name="Ashley Brijmohan" userId="f6fd8940-16dc-4cbd-99e2-85c175eb837b" providerId="ADAL" clId="{082C6D2D-1D49-4847-A569-20F5B05D263B}" dt="2023-01-27T18:45:57.139" v="5" actId="20577"/>
          <ac:spMkLst>
            <pc:docMk/>
            <pc:sldMk cId="2728616837" sldId="256"/>
            <ac:spMk id="7" creationId="{2A4490BA-A548-6C07-21D9-183F5C01F872}"/>
          </ac:spMkLst>
        </pc:spChg>
        <pc:spChg chg="add del mod">
          <ac:chgData name="Ashley Brijmohan" userId="f6fd8940-16dc-4cbd-99e2-85c175eb837b" providerId="ADAL" clId="{082C6D2D-1D49-4847-A569-20F5B05D263B}" dt="2023-01-30T13:13:09.126" v="1438" actId="478"/>
          <ac:spMkLst>
            <pc:docMk/>
            <pc:sldMk cId="2728616837" sldId="256"/>
            <ac:spMk id="8" creationId="{9233D3F3-1E5C-F4C1-C4A0-0CA4205521B2}"/>
          </ac:spMkLst>
        </pc:spChg>
        <pc:spChg chg="add del mod">
          <ac:chgData name="Ashley Brijmohan" userId="f6fd8940-16dc-4cbd-99e2-85c175eb837b" providerId="ADAL" clId="{082C6D2D-1D49-4847-A569-20F5B05D263B}" dt="2023-01-27T18:49:26.246" v="12"/>
          <ac:spMkLst>
            <pc:docMk/>
            <pc:sldMk cId="2728616837" sldId="256"/>
            <ac:spMk id="8" creationId="{FB17D7CD-C8B7-C8B7-7CC9-53ED9387434C}"/>
          </ac:spMkLst>
        </pc:spChg>
        <pc:spChg chg="add del mod">
          <ac:chgData name="Ashley Brijmohan" userId="f6fd8940-16dc-4cbd-99e2-85c175eb837b" providerId="ADAL" clId="{082C6D2D-1D49-4847-A569-20F5B05D263B}" dt="2023-01-30T13:13:08.369" v="1437" actId="478"/>
          <ac:spMkLst>
            <pc:docMk/>
            <pc:sldMk cId="2728616837" sldId="256"/>
            <ac:spMk id="9" creationId="{56439B15-C134-BC50-F597-B81DFD787180}"/>
          </ac:spMkLst>
        </pc:spChg>
        <pc:spChg chg="add del mod">
          <ac:chgData name="Ashley Brijmohan" userId="f6fd8940-16dc-4cbd-99e2-85c175eb837b" providerId="ADAL" clId="{082C6D2D-1D49-4847-A569-20F5B05D263B}" dt="2023-01-27T18:49:26.243" v="10" actId="478"/>
          <ac:spMkLst>
            <pc:docMk/>
            <pc:sldMk cId="2728616837" sldId="256"/>
            <ac:spMk id="9" creationId="{E40B95F6-FAE5-B9C8-BEBE-464E42B0C25A}"/>
          </ac:spMkLst>
        </pc:spChg>
        <pc:spChg chg="add mod">
          <ac:chgData name="Ashley Brijmohan" userId="f6fd8940-16dc-4cbd-99e2-85c175eb837b" providerId="ADAL" clId="{082C6D2D-1D49-4847-A569-20F5B05D263B}" dt="2023-01-31T14:28:29.222" v="4026" actId="20577"/>
          <ac:spMkLst>
            <pc:docMk/>
            <pc:sldMk cId="2728616837" sldId="256"/>
            <ac:spMk id="10" creationId="{3A0375CB-5EAC-93B2-E31A-ECBA08CA8DF2}"/>
          </ac:spMkLst>
        </pc:spChg>
        <pc:spChg chg="add mod">
          <ac:chgData name="Ashley Brijmohan" userId="f6fd8940-16dc-4cbd-99e2-85c175eb837b" providerId="ADAL" clId="{082C6D2D-1D49-4847-A569-20F5B05D263B}" dt="2023-01-31T17:18:37.632" v="4302" actId="1076"/>
          <ac:spMkLst>
            <pc:docMk/>
            <pc:sldMk cId="2728616837" sldId="256"/>
            <ac:spMk id="12" creationId="{2099C33D-0933-E68D-9A9C-9D612A293A29}"/>
          </ac:spMkLst>
        </pc:spChg>
        <pc:spChg chg="add del mod">
          <ac:chgData name="Ashley Brijmohan" userId="f6fd8940-16dc-4cbd-99e2-85c175eb837b" providerId="ADAL" clId="{082C6D2D-1D49-4847-A569-20F5B05D263B}" dt="2023-01-27T18:54:09.588" v="108" actId="478"/>
          <ac:spMkLst>
            <pc:docMk/>
            <pc:sldMk cId="2728616837" sldId="256"/>
            <ac:spMk id="13" creationId="{CAE1C0FF-34A3-D828-9401-841FD30EE896}"/>
          </ac:spMkLst>
        </pc:spChg>
        <pc:spChg chg="add mod">
          <ac:chgData name="Ashley Brijmohan" userId="f6fd8940-16dc-4cbd-99e2-85c175eb837b" providerId="ADAL" clId="{082C6D2D-1D49-4847-A569-20F5B05D263B}" dt="2023-01-31T14:24:45.382" v="3979" actId="1036"/>
          <ac:spMkLst>
            <pc:docMk/>
            <pc:sldMk cId="2728616837" sldId="256"/>
            <ac:spMk id="14" creationId="{F9E305D1-B301-248B-8DEE-1B782A0FDE65}"/>
          </ac:spMkLst>
        </pc:spChg>
        <pc:spChg chg="add mod">
          <ac:chgData name="Ashley Brijmohan" userId="f6fd8940-16dc-4cbd-99e2-85c175eb837b" providerId="ADAL" clId="{082C6D2D-1D49-4847-A569-20F5B05D263B}" dt="2023-01-31T14:24:45.382" v="3979" actId="1036"/>
          <ac:spMkLst>
            <pc:docMk/>
            <pc:sldMk cId="2728616837" sldId="256"/>
            <ac:spMk id="15" creationId="{98037071-9D72-DB37-974E-805FB137AAA4}"/>
          </ac:spMkLst>
        </pc:spChg>
        <pc:spChg chg="add mod">
          <ac:chgData name="Ashley Brijmohan" userId="f6fd8940-16dc-4cbd-99e2-85c175eb837b" providerId="ADAL" clId="{082C6D2D-1D49-4847-A569-20F5B05D263B}" dt="2023-01-31T14:32:01.399" v="4159" actId="1076"/>
          <ac:spMkLst>
            <pc:docMk/>
            <pc:sldMk cId="2728616837" sldId="256"/>
            <ac:spMk id="18" creationId="{41967CBC-417E-8E4C-F7CF-A3EFD4445F5A}"/>
          </ac:spMkLst>
        </pc:spChg>
        <pc:spChg chg="add mod">
          <ac:chgData name="Ashley Brijmohan" userId="f6fd8940-16dc-4cbd-99e2-85c175eb837b" providerId="ADAL" clId="{082C6D2D-1D49-4847-A569-20F5B05D263B}" dt="2023-01-31T17:19:35.708" v="4340" actId="14100"/>
          <ac:spMkLst>
            <pc:docMk/>
            <pc:sldMk cId="2728616837" sldId="256"/>
            <ac:spMk id="19" creationId="{1CFD6F40-F91F-EEC2-263E-E885BE360966}"/>
          </ac:spMkLst>
        </pc:spChg>
        <pc:spChg chg="add mod">
          <ac:chgData name="Ashley Brijmohan" userId="f6fd8940-16dc-4cbd-99e2-85c175eb837b" providerId="ADAL" clId="{082C6D2D-1D49-4847-A569-20F5B05D263B}" dt="2023-01-31T17:20:20.708" v="4373" actId="20577"/>
          <ac:spMkLst>
            <pc:docMk/>
            <pc:sldMk cId="2728616837" sldId="256"/>
            <ac:spMk id="20" creationId="{79CAB563-849F-0161-9610-EDDB51DC81F2}"/>
          </ac:spMkLst>
        </pc:spChg>
        <pc:spChg chg="add mod">
          <ac:chgData name="Ashley Brijmohan" userId="f6fd8940-16dc-4cbd-99e2-85c175eb837b" providerId="ADAL" clId="{082C6D2D-1D49-4847-A569-20F5B05D263B}" dt="2023-01-31T14:31:54.398" v="4157" actId="1036"/>
          <ac:spMkLst>
            <pc:docMk/>
            <pc:sldMk cId="2728616837" sldId="256"/>
            <ac:spMk id="21" creationId="{116630C3-0A89-A1AE-AD76-7E2D3DE636F7}"/>
          </ac:spMkLst>
        </pc:spChg>
        <pc:spChg chg="add del mod">
          <ac:chgData name="Ashley Brijmohan" userId="f6fd8940-16dc-4cbd-99e2-85c175eb837b" providerId="ADAL" clId="{082C6D2D-1D49-4847-A569-20F5B05D263B}" dt="2023-01-27T20:08:12.778" v="837" actId="478"/>
          <ac:spMkLst>
            <pc:docMk/>
            <pc:sldMk cId="2728616837" sldId="256"/>
            <ac:spMk id="23" creationId="{4D4D6991-6624-990A-1CDD-9BF20C5DEB8B}"/>
          </ac:spMkLst>
        </pc:spChg>
        <pc:spChg chg="add mod">
          <ac:chgData name="Ashley Brijmohan" userId="f6fd8940-16dc-4cbd-99e2-85c175eb837b" providerId="ADAL" clId="{082C6D2D-1D49-4847-A569-20F5B05D263B}" dt="2023-01-31T17:01:42.535" v="4292" actId="20577"/>
          <ac:spMkLst>
            <pc:docMk/>
            <pc:sldMk cId="2728616837" sldId="256"/>
            <ac:spMk id="24" creationId="{D98872B6-53A8-715A-C59C-34E48F3B6051}"/>
          </ac:spMkLst>
        </pc:spChg>
        <pc:spChg chg="add del mod">
          <ac:chgData name="Ashley Brijmohan" userId="f6fd8940-16dc-4cbd-99e2-85c175eb837b" providerId="ADAL" clId="{082C6D2D-1D49-4847-A569-20F5B05D263B}" dt="2023-01-31T14:16:43.251" v="3695" actId="478"/>
          <ac:spMkLst>
            <pc:docMk/>
            <pc:sldMk cId="2728616837" sldId="256"/>
            <ac:spMk id="27" creationId="{BCEFA95F-81B9-F9A7-FB20-21F3959F0121}"/>
          </ac:spMkLst>
        </pc:spChg>
        <pc:spChg chg="add del mod">
          <ac:chgData name="Ashley Brijmohan" userId="f6fd8940-16dc-4cbd-99e2-85c175eb837b" providerId="ADAL" clId="{082C6D2D-1D49-4847-A569-20F5B05D263B}" dt="2023-01-27T20:08:12.778" v="837" actId="478"/>
          <ac:spMkLst>
            <pc:docMk/>
            <pc:sldMk cId="2728616837" sldId="256"/>
            <ac:spMk id="28" creationId="{5803D568-CE76-E10D-383B-129DE625A1E0}"/>
          </ac:spMkLst>
        </pc:spChg>
        <pc:spChg chg="add del mod">
          <ac:chgData name="Ashley Brijmohan" userId="f6fd8940-16dc-4cbd-99e2-85c175eb837b" providerId="ADAL" clId="{082C6D2D-1D49-4847-A569-20F5B05D263B}" dt="2023-01-27T20:08:12.778" v="837" actId="478"/>
          <ac:spMkLst>
            <pc:docMk/>
            <pc:sldMk cId="2728616837" sldId="256"/>
            <ac:spMk id="29" creationId="{AFF08A40-8214-00AD-F7E0-CCBE7EAF2997}"/>
          </ac:spMkLst>
        </pc:spChg>
        <pc:spChg chg="add mod">
          <ac:chgData name="Ashley Brijmohan" userId="f6fd8940-16dc-4cbd-99e2-85c175eb837b" providerId="ADAL" clId="{082C6D2D-1D49-4847-A569-20F5B05D263B}" dt="2023-01-31T14:17:54.148" v="3772" actId="1076"/>
          <ac:spMkLst>
            <pc:docMk/>
            <pc:sldMk cId="2728616837" sldId="256"/>
            <ac:spMk id="30" creationId="{5B9A68CB-B790-B2B2-38FC-9DFEF1764585}"/>
          </ac:spMkLst>
        </pc:spChg>
        <pc:spChg chg="add mod">
          <ac:chgData name="Ashley Brijmohan" userId="f6fd8940-16dc-4cbd-99e2-85c175eb837b" providerId="ADAL" clId="{082C6D2D-1D49-4847-A569-20F5B05D263B}" dt="2023-01-31T14:25:08.195" v="3984" actId="1076"/>
          <ac:spMkLst>
            <pc:docMk/>
            <pc:sldMk cId="2728616837" sldId="256"/>
            <ac:spMk id="31" creationId="{4EDAD3E8-1173-A6C3-36FA-8D50CA12CB39}"/>
          </ac:spMkLst>
        </pc:spChg>
        <pc:spChg chg="add mod ord">
          <ac:chgData name="Ashley Brijmohan" userId="f6fd8940-16dc-4cbd-99e2-85c175eb837b" providerId="ADAL" clId="{082C6D2D-1D49-4847-A569-20F5B05D263B}" dt="2023-01-31T14:25:17.262" v="3986" actId="14100"/>
          <ac:spMkLst>
            <pc:docMk/>
            <pc:sldMk cId="2728616837" sldId="256"/>
            <ac:spMk id="32" creationId="{976E0091-3B25-C5F0-DDDA-FBC1C0F4B4F9}"/>
          </ac:spMkLst>
        </pc:spChg>
        <pc:grpChg chg="add del mod">
          <ac:chgData name="Ashley Brijmohan" userId="f6fd8940-16dc-4cbd-99e2-85c175eb837b" providerId="ADAL" clId="{082C6D2D-1D49-4847-A569-20F5B05D263B}" dt="2023-01-30T18:44:57.206" v="2223" actId="478"/>
          <ac:grpSpMkLst>
            <pc:docMk/>
            <pc:sldMk cId="2728616837" sldId="256"/>
            <ac:grpSpMk id="33" creationId="{82AF0428-8A09-D885-34F3-7CAAB9386833}"/>
          </ac:grpSpMkLst>
        </pc:grpChg>
        <pc:picChg chg="add del mod">
          <ac:chgData name="Ashley Brijmohan" userId="f6fd8940-16dc-4cbd-99e2-85c175eb837b" providerId="ADAL" clId="{082C6D2D-1D49-4847-A569-20F5B05D263B}" dt="2023-01-30T13:04:14.855" v="942" actId="478"/>
          <ac:picMkLst>
            <pc:docMk/>
            <pc:sldMk cId="2728616837" sldId="256"/>
            <ac:picMk id="2" creationId="{88B2B45E-30ED-6025-314B-2573C58C28B6}"/>
          </ac:picMkLst>
        </pc:picChg>
        <pc:picChg chg="add mod ord">
          <ac:chgData name="Ashley Brijmohan" userId="f6fd8940-16dc-4cbd-99e2-85c175eb837b" providerId="ADAL" clId="{082C6D2D-1D49-4847-A569-20F5B05D263B}" dt="2023-01-31T14:31:54.398" v="4157" actId="1036"/>
          <ac:picMkLst>
            <pc:docMk/>
            <pc:sldMk cId="2728616837" sldId="256"/>
            <ac:picMk id="4" creationId="{75C970A6-8BF9-7F01-DD77-562166544E11}"/>
          </ac:picMkLst>
        </pc:picChg>
        <pc:picChg chg="add mod">
          <ac:chgData name="Ashley Brijmohan" userId="f6fd8940-16dc-4cbd-99e2-85c175eb837b" providerId="ADAL" clId="{082C6D2D-1D49-4847-A569-20F5B05D263B}" dt="2023-01-31T14:17:30.448" v="3767" actId="1076"/>
          <ac:picMkLst>
            <pc:docMk/>
            <pc:sldMk cId="2728616837" sldId="256"/>
            <ac:picMk id="9" creationId="{C4BEDEBC-E36C-3454-CE59-880352B7E257}"/>
          </ac:picMkLst>
        </pc:picChg>
        <pc:picChg chg="add del mod">
          <ac:chgData name="Ashley Brijmohan" userId="f6fd8940-16dc-4cbd-99e2-85c175eb837b" providerId="ADAL" clId="{082C6D2D-1D49-4847-A569-20F5B05D263B}" dt="2023-01-27T18:52:30.152" v="85" actId="478"/>
          <ac:picMkLst>
            <pc:docMk/>
            <pc:sldMk cId="2728616837" sldId="256"/>
            <ac:picMk id="11" creationId="{BAFECE7B-809F-1F57-31A3-8013DD25411F}"/>
          </ac:picMkLst>
        </pc:picChg>
        <pc:picChg chg="add del mod">
          <ac:chgData name="Ashley Brijmohan" userId="f6fd8940-16dc-4cbd-99e2-85c175eb837b" providerId="ADAL" clId="{082C6D2D-1D49-4847-A569-20F5B05D263B}" dt="2023-01-30T18:34:53.470" v="1944" actId="478"/>
          <ac:picMkLst>
            <pc:docMk/>
            <pc:sldMk cId="2728616837" sldId="256"/>
            <ac:picMk id="13" creationId="{FEEAC95E-E925-D2AD-A61F-A3E9668CD1F6}"/>
          </ac:picMkLst>
        </pc:picChg>
        <pc:picChg chg="add del mod">
          <ac:chgData name="Ashley Brijmohan" userId="f6fd8940-16dc-4cbd-99e2-85c175eb837b" providerId="ADAL" clId="{082C6D2D-1D49-4847-A569-20F5B05D263B}" dt="2023-01-27T18:56:29.173" v="117" actId="478"/>
          <ac:picMkLst>
            <pc:docMk/>
            <pc:sldMk cId="2728616837" sldId="256"/>
            <ac:picMk id="15" creationId="{D8961CE7-2626-6473-BC6C-6725CEB8D085}"/>
          </ac:picMkLst>
        </pc:picChg>
        <pc:picChg chg="add del mod modCrop">
          <ac:chgData name="Ashley Brijmohan" userId="f6fd8940-16dc-4cbd-99e2-85c175eb837b" providerId="ADAL" clId="{082C6D2D-1D49-4847-A569-20F5B05D263B}" dt="2023-01-27T19:51:18.324" v="567" actId="478"/>
          <ac:picMkLst>
            <pc:docMk/>
            <pc:sldMk cId="2728616837" sldId="256"/>
            <ac:picMk id="16" creationId="{707B8472-9AB4-1134-E819-4E84AB75AF15}"/>
          </ac:picMkLst>
        </pc:picChg>
        <pc:picChg chg="add del mod">
          <ac:chgData name="Ashley Brijmohan" userId="f6fd8940-16dc-4cbd-99e2-85c175eb837b" providerId="ADAL" clId="{082C6D2D-1D49-4847-A569-20F5B05D263B}" dt="2023-01-27T19:01:58.742" v="125" actId="478"/>
          <ac:picMkLst>
            <pc:docMk/>
            <pc:sldMk cId="2728616837" sldId="256"/>
            <ac:picMk id="17" creationId="{1CAA864F-8458-9B14-5DA7-02E0D57963AB}"/>
          </ac:picMkLst>
        </pc:picChg>
        <pc:picChg chg="add del mod">
          <ac:chgData name="Ashley Brijmohan" userId="f6fd8940-16dc-4cbd-99e2-85c175eb837b" providerId="ADAL" clId="{082C6D2D-1D49-4847-A569-20F5B05D263B}" dt="2023-01-27T19:51:21.530" v="568" actId="478"/>
          <ac:picMkLst>
            <pc:docMk/>
            <pc:sldMk cId="2728616837" sldId="256"/>
            <ac:picMk id="18" creationId="{D4A1C9F7-E9CE-6F57-7084-B215FD6E4B0D}"/>
          </ac:picMkLst>
        </pc:picChg>
        <pc:picChg chg="add mod modCrop">
          <ac:chgData name="Ashley Brijmohan" userId="f6fd8940-16dc-4cbd-99e2-85c175eb837b" providerId="ADAL" clId="{082C6D2D-1D49-4847-A569-20F5B05D263B}" dt="2023-01-31T14:25:36.564" v="4008" actId="1036"/>
          <ac:picMkLst>
            <pc:docMk/>
            <pc:sldMk cId="2728616837" sldId="256"/>
            <ac:picMk id="22" creationId="{61D3576C-FE3C-ED19-AD39-F0C31EC97298}"/>
          </ac:picMkLst>
        </pc:picChg>
        <pc:picChg chg="add del mod">
          <ac:chgData name="Ashley Brijmohan" userId="f6fd8940-16dc-4cbd-99e2-85c175eb837b" providerId="ADAL" clId="{082C6D2D-1D49-4847-A569-20F5B05D263B}" dt="2023-01-27T19:51:22.027" v="569" actId="478"/>
          <ac:picMkLst>
            <pc:docMk/>
            <pc:sldMk cId="2728616837" sldId="256"/>
            <ac:picMk id="22" creationId="{AA7676E3-FA32-FF0B-D1A8-813DB9E0E3ED}"/>
          </ac:picMkLst>
        </pc:picChg>
        <pc:picChg chg="add del mod">
          <ac:chgData name="Ashley Brijmohan" userId="f6fd8940-16dc-4cbd-99e2-85c175eb837b" providerId="ADAL" clId="{082C6D2D-1D49-4847-A569-20F5B05D263B}" dt="2023-01-30T19:18:27.060" v="3214" actId="478"/>
          <ac:picMkLst>
            <pc:docMk/>
            <pc:sldMk cId="2728616837" sldId="256"/>
            <ac:picMk id="25" creationId="{475F7BB9-D3EA-039C-C10C-BAC5877BC10A}"/>
          </ac:picMkLst>
        </pc:picChg>
        <pc:picChg chg="add del mod">
          <ac:chgData name="Ashley Brijmohan" userId="f6fd8940-16dc-4cbd-99e2-85c175eb837b" providerId="ADAL" clId="{082C6D2D-1D49-4847-A569-20F5B05D263B}" dt="2023-01-30T18:32:14.103" v="1800" actId="478"/>
          <ac:picMkLst>
            <pc:docMk/>
            <pc:sldMk cId="2728616837" sldId="256"/>
            <ac:picMk id="26" creationId="{176C05D4-F4F2-5E12-4405-48CEB5A06D67}"/>
          </ac:picMkLst>
        </pc:picChg>
        <pc:picChg chg="del mod">
          <ac:chgData name="Ashley Brijmohan" userId="f6fd8940-16dc-4cbd-99e2-85c175eb837b" providerId="ADAL" clId="{082C6D2D-1D49-4847-A569-20F5B05D263B}" dt="2023-01-30T18:43:19.617" v="2139" actId="478"/>
          <ac:picMkLst>
            <pc:docMk/>
            <pc:sldMk cId="2728616837" sldId="256"/>
            <ac:picMk id="35" creationId="{189EB3F2-B4DB-A329-3B0A-F6524A59D0B5}"/>
          </ac:picMkLst>
        </pc:picChg>
        <pc:picChg chg="del mod topLvl">
          <ac:chgData name="Ashley Brijmohan" userId="f6fd8940-16dc-4cbd-99e2-85c175eb837b" providerId="ADAL" clId="{082C6D2D-1D49-4847-A569-20F5B05D263B}" dt="2023-01-30T19:17:18.624" v="3212" actId="478"/>
          <ac:picMkLst>
            <pc:docMk/>
            <pc:sldMk cId="2728616837" sldId="256"/>
            <ac:picMk id="36" creationId="{6FB22687-69C7-6A48-E99E-6F1F3CCF72E8}"/>
          </ac:picMkLst>
        </pc:picChg>
        <pc:picChg chg="add mod modCrop">
          <ac:chgData name="Ashley Brijmohan" userId="f6fd8940-16dc-4cbd-99e2-85c175eb837b" providerId="ADAL" clId="{082C6D2D-1D49-4847-A569-20F5B05D263B}" dt="2023-01-31T14:26:45.897" v="4023" actId="14100"/>
          <ac:picMkLst>
            <pc:docMk/>
            <pc:sldMk cId="2728616837" sldId="256"/>
            <ac:picMk id="38" creationId="{C29BAC12-91A1-FB30-B0DD-6591783FF3B2}"/>
          </ac:picMkLst>
        </pc:picChg>
        <pc:picChg chg="add mod">
          <ac:chgData name="Ashley Brijmohan" userId="f6fd8940-16dc-4cbd-99e2-85c175eb837b" providerId="ADAL" clId="{082C6D2D-1D49-4847-A569-20F5B05D263B}" dt="2023-01-31T14:14:25.648" v="3669" actId="14100"/>
          <ac:picMkLst>
            <pc:docMk/>
            <pc:sldMk cId="2728616837" sldId="256"/>
            <ac:picMk id="40" creationId="{9A19DF51-5A46-E715-0BD7-98A2188458AE}"/>
          </ac:picMkLst>
        </pc:picChg>
        <pc:cxnChg chg="add del mod ord">
          <ac:chgData name="Ashley Brijmohan" userId="f6fd8940-16dc-4cbd-99e2-85c175eb837b" providerId="ADAL" clId="{082C6D2D-1D49-4847-A569-20F5B05D263B}" dt="2023-01-31T14:18:17.123" v="3780" actId="478"/>
          <ac:cxnSpMkLst>
            <pc:docMk/>
            <pc:sldMk cId="2728616837" sldId="256"/>
            <ac:cxnSpMk id="16" creationId="{E83E6DF1-8EFD-BEBC-E8F7-5D9A2458F8AB}"/>
          </ac:cxnSpMkLst>
        </pc:cxnChg>
        <pc:cxnChg chg="add mod">
          <ac:chgData name="Ashley Brijmohan" userId="f6fd8940-16dc-4cbd-99e2-85c175eb837b" providerId="ADAL" clId="{082C6D2D-1D49-4847-A569-20F5B05D263B}" dt="2023-01-31T14:25:36.564" v="4008" actId="1036"/>
          <ac:cxnSpMkLst>
            <pc:docMk/>
            <pc:sldMk cId="2728616837" sldId="256"/>
            <ac:cxnSpMk id="17" creationId="{DDFE3CA4-57E7-C968-8152-DA47F4D3ED3B}"/>
          </ac:cxnSpMkLst>
        </pc:cxnChg>
        <pc:cxnChg chg="del mod topLvl">
          <ac:chgData name="Ashley Brijmohan" userId="f6fd8940-16dc-4cbd-99e2-85c175eb837b" providerId="ADAL" clId="{082C6D2D-1D49-4847-A569-20F5B05D263B}" dt="2023-01-30T18:44:57.206" v="2223" actId="478"/>
          <ac:cxnSpMkLst>
            <pc:docMk/>
            <pc:sldMk cId="2728616837" sldId="256"/>
            <ac:cxnSpMk id="34" creationId="{86CF6877-24AD-36A7-7F77-76D99E2D85B0}"/>
          </ac:cxnSpMkLst>
        </pc:cxnChg>
      </pc:sldChg>
      <pc:sldChg chg="addSp delSp modSp new mod">
        <pc:chgData name="Ashley Brijmohan" userId="f6fd8940-16dc-4cbd-99e2-85c175eb837b" providerId="ADAL" clId="{082C6D2D-1D49-4847-A569-20F5B05D263B}" dt="2023-01-31T14:33:36.570" v="4162" actId="14100"/>
        <pc:sldMkLst>
          <pc:docMk/>
          <pc:sldMk cId="227366395" sldId="257"/>
        </pc:sldMkLst>
        <pc:spChg chg="add mod">
          <ac:chgData name="Ashley Brijmohan" userId="f6fd8940-16dc-4cbd-99e2-85c175eb837b" providerId="ADAL" clId="{082C6D2D-1D49-4847-A569-20F5B05D263B}" dt="2023-01-31T14:32:55.431" v="4161" actId="1076"/>
          <ac:spMkLst>
            <pc:docMk/>
            <pc:sldMk cId="227366395" sldId="257"/>
            <ac:spMk id="2" creationId="{0EF8F3E8-4328-EDA5-B7B8-964060BE2486}"/>
          </ac:spMkLst>
        </pc:spChg>
        <pc:spChg chg="del">
          <ac:chgData name="Ashley Brijmohan" userId="f6fd8940-16dc-4cbd-99e2-85c175eb837b" providerId="ADAL" clId="{082C6D2D-1D49-4847-A569-20F5B05D263B}" dt="2023-01-30T18:44:44.039" v="2221" actId="478"/>
          <ac:spMkLst>
            <pc:docMk/>
            <pc:sldMk cId="227366395" sldId="257"/>
            <ac:spMk id="2" creationId="{2EA33DC6-4C73-2E89-2828-89AD011C54F2}"/>
          </ac:spMkLst>
        </pc:spChg>
        <pc:spChg chg="del">
          <ac:chgData name="Ashley Brijmohan" userId="f6fd8940-16dc-4cbd-99e2-85c175eb837b" providerId="ADAL" clId="{082C6D2D-1D49-4847-A569-20F5B05D263B}" dt="2023-01-30T18:44:42.553" v="2220" actId="478"/>
          <ac:spMkLst>
            <pc:docMk/>
            <pc:sldMk cId="227366395" sldId="257"/>
            <ac:spMk id="3" creationId="{B34E0143-592B-F6E5-C23A-8C618724B755}"/>
          </ac:spMkLst>
        </pc:spChg>
        <pc:spChg chg="add mod">
          <ac:chgData name="Ashley Brijmohan" userId="f6fd8940-16dc-4cbd-99e2-85c175eb837b" providerId="ADAL" clId="{082C6D2D-1D49-4847-A569-20F5B05D263B}" dt="2023-01-31T13:06:33.927" v="3543" actId="2711"/>
          <ac:spMkLst>
            <pc:docMk/>
            <pc:sldMk cId="227366395" sldId="257"/>
            <ac:spMk id="4" creationId="{1C31FCE4-EEBC-90D4-5F73-2D30153B9C93}"/>
          </ac:spMkLst>
        </pc:spChg>
        <pc:spChg chg="add mod">
          <ac:chgData name="Ashley Brijmohan" userId="f6fd8940-16dc-4cbd-99e2-85c175eb837b" providerId="ADAL" clId="{082C6D2D-1D49-4847-A569-20F5B05D263B}" dt="2023-01-30T18:46:25.772" v="2331"/>
          <ac:spMkLst>
            <pc:docMk/>
            <pc:sldMk cId="227366395" sldId="257"/>
            <ac:spMk id="6" creationId="{B3C57823-7EC6-CEF5-A8A9-B9AA012F593A}"/>
          </ac:spMkLst>
        </pc:spChg>
        <pc:spChg chg="add mod">
          <ac:chgData name="Ashley Brijmohan" userId="f6fd8940-16dc-4cbd-99e2-85c175eb837b" providerId="ADAL" clId="{082C6D2D-1D49-4847-A569-20F5B05D263B}" dt="2023-01-30T19:10:57.946" v="2913" actId="20577"/>
          <ac:spMkLst>
            <pc:docMk/>
            <pc:sldMk cId="227366395" sldId="257"/>
            <ac:spMk id="7" creationId="{7A1D253F-8D10-4D89-BAB7-13CA2C277421}"/>
          </ac:spMkLst>
        </pc:spChg>
        <pc:spChg chg="add mod">
          <ac:chgData name="Ashley Brijmohan" userId="f6fd8940-16dc-4cbd-99e2-85c175eb837b" providerId="ADAL" clId="{082C6D2D-1D49-4847-A569-20F5B05D263B}" dt="2023-01-31T13:06:39.231" v="3544" actId="2711"/>
          <ac:spMkLst>
            <pc:docMk/>
            <pc:sldMk cId="227366395" sldId="257"/>
            <ac:spMk id="20" creationId="{A8088FBB-ABE9-6AF0-5C7B-CD7B5DC83164}"/>
          </ac:spMkLst>
        </pc:spChg>
        <pc:spChg chg="add mod">
          <ac:chgData name="Ashley Brijmohan" userId="f6fd8940-16dc-4cbd-99e2-85c175eb837b" providerId="ADAL" clId="{082C6D2D-1D49-4847-A569-20F5B05D263B}" dt="2023-01-31T14:29:44.626" v="4094" actId="14100"/>
          <ac:spMkLst>
            <pc:docMk/>
            <pc:sldMk cId="227366395" sldId="257"/>
            <ac:spMk id="21" creationId="{BB451A9F-2991-D985-F06B-A3607CCA8861}"/>
          </ac:spMkLst>
        </pc:spChg>
        <pc:spChg chg="add del mod">
          <ac:chgData name="Ashley Brijmohan" userId="f6fd8940-16dc-4cbd-99e2-85c175eb837b" providerId="ADAL" clId="{082C6D2D-1D49-4847-A569-20F5B05D263B}" dt="2023-01-30T18:59:16.387" v="2499" actId="478"/>
          <ac:spMkLst>
            <pc:docMk/>
            <pc:sldMk cId="227366395" sldId="257"/>
            <ac:spMk id="22" creationId="{BAB66CC9-133D-0CF4-3B83-B7ED17CE865A}"/>
          </ac:spMkLst>
        </pc:spChg>
        <pc:spChg chg="add mod ord">
          <ac:chgData name="Ashley Brijmohan" userId="f6fd8940-16dc-4cbd-99e2-85c175eb837b" providerId="ADAL" clId="{082C6D2D-1D49-4847-A569-20F5B05D263B}" dt="2023-01-31T14:29:41.738" v="4093" actId="14100"/>
          <ac:spMkLst>
            <pc:docMk/>
            <pc:sldMk cId="227366395" sldId="257"/>
            <ac:spMk id="23" creationId="{FDE53801-65A5-0220-2221-37DCE71EEAE9}"/>
          </ac:spMkLst>
        </pc:spChg>
        <pc:spChg chg="add mod">
          <ac:chgData name="Ashley Brijmohan" userId="f6fd8940-16dc-4cbd-99e2-85c175eb837b" providerId="ADAL" clId="{082C6D2D-1D49-4847-A569-20F5B05D263B}" dt="2023-01-30T19:27:43.692" v="3473" actId="1036"/>
          <ac:spMkLst>
            <pc:docMk/>
            <pc:sldMk cId="227366395" sldId="257"/>
            <ac:spMk id="26" creationId="{C2D0F007-D765-942B-6929-47BDB1FCA803}"/>
          </ac:spMkLst>
        </pc:spChg>
        <pc:spChg chg="add mod">
          <ac:chgData name="Ashley Brijmohan" userId="f6fd8940-16dc-4cbd-99e2-85c175eb837b" providerId="ADAL" clId="{082C6D2D-1D49-4847-A569-20F5B05D263B}" dt="2023-01-31T14:29:21.051" v="4088" actId="14100"/>
          <ac:spMkLst>
            <pc:docMk/>
            <pc:sldMk cId="227366395" sldId="257"/>
            <ac:spMk id="27" creationId="{EA4E6771-84E8-18B4-B13D-3B8A23826570}"/>
          </ac:spMkLst>
        </pc:spChg>
        <pc:spChg chg="add mod">
          <ac:chgData name="Ashley Brijmohan" userId="f6fd8940-16dc-4cbd-99e2-85c175eb837b" providerId="ADAL" clId="{082C6D2D-1D49-4847-A569-20F5B05D263B}" dt="2023-01-31T14:29:58.900" v="4100" actId="14100"/>
          <ac:spMkLst>
            <pc:docMk/>
            <pc:sldMk cId="227366395" sldId="257"/>
            <ac:spMk id="28" creationId="{27DF522F-7712-76BC-ECAB-472CAFF626F2}"/>
          </ac:spMkLst>
        </pc:spChg>
        <pc:spChg chg="add del mod">
          <ac:chgData name="Ashley Brijmohan" userId="f6fd8940-16dc-4cbd-99e2-85c175eb837b" providerId="ADAL" clId="{082C6D2D-1D49-4847-A569-20F5B05D263B}" dt="2023-01-30T19:04:36.821" v="2712" actId="478"/>
          <ac:spMkLst>
            <pc:docMk/>
            <pc:sldMk cId="227366395" sldId="257"/>
            <ac:spMk id="29" creationId="{5E7ABF11-DEC5-AAC6-6D8D-6251C28971F2}"/>
          </ac:spMkLst>
        </pc:spChg>
        <pc:spChg chg="add mod ord">
          <ac:chgData name="Ashley Brijmohan" userId="f6fd8940-16dc-4cbd-99e2-85c175eb837b" providerId="ADAL" clId="{082C6D2D-1D49-4847-A569-20F5B05D263B}" dt="2023-01-31T14:29:33.798" v="4091" actId="14100"/>
          <ac:spMkLst>
            <pc:docMk/>
            <pc:sldMk cId="227366395" sldId="257"/>
            <ac:spMk id="30" creationId="{DBB1CA5F-31D4-C4AA-CDB1-30179807EB4E}"/>
          </ac:spMkLst>
        </pc:spChg>
        <pc:spChg chg="add mod">
          <ac:chgData name="Ashley Brijmohan" userId="f6fd8940-16dc-4cbd-99e2-85c175eb837b" providerId="ADAL" clId="{082C6D2D-1D49-4847-A569-20F5B05D263B}" dt="2023-01-31T14:33:36.570" v="4162" actId="14100"/>
          <ac:spMkLst>
            <pc:docMk/>
            <pc:sldMk cId="227366395" sldId="257"/>
            <ac:spMk id="33" creationId="{42D2681A-465E-4EFB-576B-FF24F002C26D}"/>
          </ac:spMkLst>
        </pc:spChg>
        <pc:picChg chg="add mod">
          <ac:chgData name="Ashley Brijmohan" userId="f6fd8940-16dc-4cbd-99e2-85c175eb837b" providerId="ADAL" clId="{082C6D2D-1D49-4847-A569-20F5B05D263B}" dt="2023-01-30T18:46:25.772" v="2331"/>
          <ac:picMkLst>
            <pc:docMk/>
            <pc:sldMk cId="227366395" sldId="257"/>
            <ac:picMk id="5" creationId="{C5289E8C-2875-D0CA-4178-D6FAD20A904C}"/>
          </ac:picMkLst>
        </pc:picChg>
        <pc:picChg chg="add del mod">
          <ac:chgData name="Ashley Brijmohan" userId="f6fd8940-16dc-4cbd-99e2-85c175eb837b" providerId="ADAL" clId="{082C6D2D-1D49-4847-A569-20F5B05D263B}" dt="2023-01-30T18:48:24.624" v="2344" actId="478"/>
          <ac:picMkLst>
            <pc:docMk/>
            <pc:sldMk cId="227366395" sldId="257"/>
            <ac:picMk id="9" creationId="{1EAA9D0F-9D39-3325-7A80-E075A11C9D02}"/>
          </ac:picMkLst>
        </pc:picChg>
        <pc:picChg chg="add mod">
          <ac:chgData name="Ashley Brijmohan" userId="f6fd8940-16dc-4cbd-99e2-85c175eb837b" providerId="ADAL" clId="{082C6D2D-1D49-4847-A569-20F5B05D263B}" dt="2023-01-30T19:27:43.692" v="3473" actId="1036"/>
          <ac:picMkLst>
            <pc:docMk/>
            <pc:sldMk cId="227366395" sldId="257"/>
            <ac:picMk id="11" creationId="{1390CED6-ED37-A2EE-24DB-1A11B2F09CE1}"/>
          </ac:picMkLst>
        </pc:picChg>
        <pc:picChg chg="add del mod">
          <ac:chgData name="Ashley Brijmohan" userId="f6fd8940-16dc-4cbd-99e2-85c175eb837b" providerId="ADAL" clId="{082C6D2D-1D49-4847-A569-20F5B05D263B}" dt="2023-01-30T18:52:04.942" v="2372" actId="478"/>
          <ac:picMkLst>
            <pc:docMk/>
            <pc:sldMk cId="227366395" sldId="257"/>
            <ac:picMk id="13" creationId="{B2859190-0FC2-1311-346C-7DA26190C24D}"/>
          </ac:picMkLst>
        </pc:picChg>
        <pc:picChg chg="add del mod">
          <ac:chgData name="Ashley Brijmohan" userId="f6fd8940-16dc-4cbd-99e2-85c175eb837b" providerId="ADAL" clId="{082C6D2D-1D49-4847-A569-20F5B05D263B}" dt="2023-01-30T18:52:24.113" v="2378" actId="478"/>
          <ac:picMkLst>
            <pc:docMk/>
            <pc:sldMk cId="227366395" sldId="257"/>
            <ac:picMk id="15" creationId="{97C5D351-8E66-E749-FCF1-3B07B82260BF}"/>
          </ac:picMkLst>
        </pc:picChg>
        <pc:picChg chg="add mod">
          <ac:chgData name="Ashley Brijmohan" userId="f6fd8940-16dc-4cbd-99e2-85c175eb837b" providerId="ADAL" clId="{082C6D2D-1D49-4847-A569-20F5B05D263B}" dt="2023-01-30T19:27:43.692" v="3473" actId="1036"/>
          <ac:picMkLst>
            <pc:docMk/>
            <pc:sldMk cId="227366395" sldId="257"/>
            <ac:picMk id="17" creationId="{6E5B62E4-6045-C1D4-AEAF-AEFB1649AA07}"/>
          </ac:picMkLst>
        </pc:picChg>
        <pc:picChg chg="add del mod">
          <ac:chgData name="Ashley Brijmohan" userId="f6fd8940-16dc-4cbd-99e2-85c175eb837b" providerId="ADAL" clId="{082C6D2D-1D49-4847-A569-20F5B05D263B}" dt="2023-01-30T19:00:46.431" v="2610" actId="478"/>
          <ac:picMkLst>
            <pc:docMk/>
            <pc:sldMk cId="227366395" sldId="257"/>
            <ac:picMk id="19" creationId="{12645CC9-BF88-5D99-6684-D52D69C69E6F}"/>
          </ac:picMkLst>
        </pc:picChg>
        <pc:picChg chg="add mod">
          <ac:chgData name="Ashley Brijmohan" userId="f6fd8940-16dc-4cbd-99e2-85c175eb837b" providerId="ADAL" clId="{082C6D2D-1D49-4847-A569-20F5B05D263B}" dt="2023-01-30T19:27:43.692" v="3473" actId="1036"/>
          <ac:picMkLst>
            <pc:docMk/>
            <pc:sldMk cId="227366395" sldId="257"/>
            <ac:picMk id="25" creationId="{6EB3D0FA-01AA-7498-C660-9FD61A047997}"/>
          </ac:picMkLst>
        </pc:picChg>
        <pc:picChg chg="add mod">
          <ac:chgData name="Ashley Brijmohan" userId="f6fd8940-16dc-4cbd-99e2-85c175eb837b" providerId="ADAL" clId="{082C6D2D-1D49-4847-A569-20F5B05D263B}" dt="2023-01-30T19:27:43.692" v="3473" actId="1036"/>
          <ac:picMkLst>
            <pc:docMk/>
            <pc:sldMk cId="227366395" sldId="257"/>
            <ac:picMk id="32" creationId="{3E4961B9-3A2C-E1CB-AD8B-233C997B1F59}"/>
          </ac:picMkLst>
        </pc:picChg>
        <pc:picChg chg="add del mod">
          <ac:chgData name="Ashley Brijmohan" userId="f6fd8940-16dc-4cbd-99e2-85c175eb837b" providerId="ADAL" clId="{082C6D2D-1D49-4847-A569-20F5B05D263B}" dt="2023-01-30T19:14:35.123" v="3090" actId="478"/>
          <ac:picMkLst>
            <pc:docMk/>
            <pc:sldMk cId="227366395" sldId="257"/>
            <ac:picMk id="35" creationId="{A83B0033-3EAF-C80F-2799-4815EB1AD02B}"/>
          </ac:picMkLst>
        </pc:picChg>
        <pc:picChg chg="add del mod">
          <ac:chgData name="Ashley Brijmohan" userId="f6fd8940-16dc-4cbd-99e2-85c175eb837b" providerId="ADAL" clId="{082C6D2D-1D49-4847-A569-20F5B05D263B}" dt="2023-01-30T19:15:48.616" v="3130" actId="478"/>
          <ac:picMkLst>
            <pc:docMk/>
            <pc:sldMk cId="227366395" sldId="257"/>
            <ac:picMk id="37" creationId="{4EE84D3A-5C4C-6164-8D6A-B5F1DE16ECCC}"/>
          </ac:picMkLst>
        </pc:picChg>
        <pc:picChg chg="add mod">
          <ac:chgData name="Ashley Brijmohan" userId="f6fd8940-16dc-4cbd-99e2-85c175eb837b" providerId="ADAL" clId="{082C6D2D-1D49-4847-A569-20F5B05D263B}" dt="2023-01-31T14:31:23.195" v="4133" actId="1035"/>
          <ac:picMkLst>
            <pc:docMk/>
            <pc:sldMk cId="227366395" sldId="257"/>
            <ac:picMk id="39" creationId="{BDD41D15-A7BC-5E04-6C50-D052BEE44D8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C8B83A-C7E5-406D-9A26-EFADBCE0F935}" type="datetimeFigureOut">
              <a:rPr lang="en-US" smtClean="0"/>
              <a:t>1/31/2023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2844294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C8B83A-C7E5-406D-9A26-EFADBCE0F935}" type="datetimeFigureOut">
              <a:rPr lang="en-US" smtClean="0"/>
              <a:t>1/31/2023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4230957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C8B83A-C7E5-406D-9A26-EFADBCE0F935}" type="datetimeFigureOut">
              <a:rPr lang="en-US" smtClean="0"/>
              <a:t>1/31/2023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1466492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C8B83A-C7E5-406D-9A26-EFADBCE0F935}" type="datetimeFigureOut">
              <a:rPr lang="en-US" smtClean="0"/>
              <a:t>1/31/2023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508476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C8B83A-C7E5-406D-9A26-EFADBCE0F935}" type="datetimeFigureOut">
              <a:rPr lang="en-US" smtClean="0"/>
              <a:t>1/31/2023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3836169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C8B83A-C7E5-406D-9A26-EFADBCE0F935}" type="datetimeFigureOut">
              <a:rPr lang="en-US" smtClean="0"/>
              <a:t>1/31/2023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1358145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C8B83A-C7E5-406D-9A26-EFADBCE0F935}" type="datetimeFigureOut">
              <a:rPr lang="en-US" smtClean="0"/>
              <a:t>1/31/2023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3113794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1C8B83A-C7E5-406D-9A26-EFADBCE0F935}" type="datetimeFigureOut">
              <a:rPr lang="en-US" smtClean="0"/>
              <a:t>1/31/2023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1539559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1C8B83A-C7E5-406D-9A26-EFADBCE0F935}" type="datetimeFigureOut">
              <a:rPr lang="en-US" smtClean="0"/>
              <a:t>1/31/2023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3143622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C8B83A-C7E5-406D-9A26-EFADBCE0F935}" type="datetimeFigureOut">
              <a:rPr lang="en-US" smtClean="0"/>
              <a:t>1/31/2023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704527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C8B83A-C7E5-406D-9A26-EFADBCE0F935}" type="datetimeFigureOut">
              <a:rPr lang="en-US" smtClean="0"/>
              <a:t>1/31/2023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FD6BC-9C6C-4BEE-9279-03DC42A19526}" type="slidenum">
              <a:rPr lang="en-US" smtClean="0"/>
              <a:t>‹#›</a:t>
            </a:fld>
            <a:endParaRPr lang="en-US"/>
          </a:p>
        </p:txBody>
      </p:sp>
    </p:spTree>
    <p:extLst>
      <p:ext uri="{BB962C8B-B14F-4D97-AF65-F5344CB8AC3E}">
        <p14:creationId xmlns:p14="http://schemas.microsoft.com/office/powerpoint/2010/main" val="1567759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75000"/>
                  </a:schemeClr>
                </a:solidFill>
              </a:defRPr>
            </a:lvl1pPr>
          </a:lstStyle>
          <a:p>
            <a:fld id="{61C8B83A-C7E5-406D-9A26-EFADBCE0F935}" type="datetimeFigureOut">
              <a:rPr lang="en-US" smtClean="0"/>
              <a:t>1/31/2023</a:t>
            </a:fld>
            <a:endParaRPr lang="en-US"/>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75000"/>
                  </a:schemeClr>
                </a:solidFill>
              </a:defRPr>
            </a:lvl1pPr>
          </a:lstStyle>
          <a:p>
            <a:fld id="{895FD6BC-9C6C-4BEE-9279-03DC42A19526}" type="slidenum">
              <a:rPr lang="en-US" smtClean="0"/>
              <a:t>‹#›</a:t>
            </a:fld>
            <a:endParaRPr lang="en-US"/>
          </a:p>
        </p:txBody>
      </p:sp>
      <p:sp>
        <p:nvSpPr>
          <p:cNvPr id="7" name="TextBox 6">
            <a:extLst>
              <a:ext uri="{FF2B5EF4-FFF2-40B4-BE49-F238E27FC236}">
                <a16:creationId xmlns:a16="http://schemas.microsoft.com/office/drawing/2014/main" id="{EF522E10-4C63-D43E-439D-B801AEFA7357}"/>
              </a:ext>
            </a:extLst>
          </p:cNvPr>
          <p:cNvSpPr txBox="1"/>
          <p:nvPr userDrawn="1">
            <p:extLst>
              <p:ext uri="{1162E1C5-73C7-4A58-AE30-91384D911F3F}">
                <p184:classification xmlns:p184="http://schemas.microsoft.com/office/powerpoint/2018/4/main" val="ftr"/>
              </p:ext>
            </p:extLst>
          </p:nvPr>
        </p:nvSpPr>
        <p:spPr>
          <a:xfrm>
            <a:off x="0" y="11866881"/>
            <a:ext cx="1096566" cy="103875"/>
          </a:xfrm>
          <a:prstGeom prst="rect">
            <a:avLst/>
          </a:prstGeom>
        </p:spPr>
        <p:txBody>
          <a:bodyPr horzOverflow="overflow" lIns="0" tIns="0" rIns="0" bIns="0">
            <a:spAutoFit/>
          </a:bodyPr>
          <a:lstStyle/>
          <a:p>
            <a:pPr algn="l"/>
            <a:r>
              <a:rPr lang="en-US" sz="675">
                <a:solidFill>
                  <a:srgbClr val="FF0000"/>
                </a:solidFill>
                <a:latin typeface="Calibri" panose="020F0502020204030204" pitchFamily="34" charset="0"/>
                <a:cs typeface="Calibri" panose="020F0502020204030204" pitchFamily="34" charset="0"/>
              </a:rPr>
              <a:t>Foot Locker - Internal Use Only</a:t>
            </a:r>
          </a:p>
        </p:txBody>
      </p:sp>
    </p:spTree>
    <p:extLst>
      <p:ext uri="{BB962C8B-B14F-4D97-AF65-F5344CB8AC3E}">
        <p14:creationId xmlns:p14="http://schemas.microsoft.com/office/powerpoint/2010/main" val="1821229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76E0091-3B25-C5F0-DDDA-FBC1C0F4B4F9}"/>
              </a:ext>
            </a:extLst>
          </p:cNvPr>
          <p:cNvSpPr/>
          <p:nvPr/>
        </p:nvSpPr>
        <p:spPr>
          <a:xfrm>
            <a:off x="167085" y="10168638"/>
            <a:ext cx="2126533" cy="1428259"/>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CE0034B4-76C0-4A6A-FA3F-520034FD502F}"/>
              </a:ext>
            </a:extLst>
          </p:cNvPr>
          <p:cNvSpPr/>
          <p:nvPr/>
        </p:nvSpPr>
        <p:spPr>
          <a:xfrm>
            <a:off x="5321850" y="6524966"/>
            <a:ext cx="1452540" cy="1616092"/>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pic>
        <p:nvPicPr>
          <p:cNvPr id="4" name="Picture 3">
            <a:extLst>
              <a:ext uri="{FF2B5EF4-FFF2-40B4-BE49-F238E27FC236}">
                <a16:creationId xmlns:a16="http://schemas.microsoft.com/office/drawing/2014/main" id="{75C970A6-8BF9-7F01-DD77-562166544E11}"/>
              </a:ext>
            </a:extLst>
          </p:cNvPr>
          <p:cNvPicPr>
            <a:picLocks noChangeAspect="1"/>
          </p:cNvPicPr>
          <p:nvPr/>
        </p:nvPicPr>
        <p:blipFill>
          <a:blip r:embed="rId2"/>
          <a:stretch>
            <a:fillRect/>
          </a:stretch>
        </p:blipFill>
        <p:spPr>
          <a:xfrm>
            <a:off x="2350639" y="4523622"/>
            <a:ext cx="4267199" cy="1665165"/>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2B045BEA-EC85-EAD2-5047-E7242CC31459}"/>
              </a:ext>
            </a:extLst>
          </p:cNvPr>
          <p:cNvPicPr>
            <a:picLocks noChangeAspect="1"/>
          </p:cNvPicPr>
          <p:nvPr/>
        </p:nvPicPr>
        <p:blipFill>
          <a:blip r:embed="rId3"/>
          <a:stretch>
            <a:fillRect/>
          </a:stretch>
        </p:blipFill>
        <p:spPr>
          <a:xfrm>
            <a:off x="0" y="-3531"/>
            <a:ext cx="6858000" cy="521411"/>
          </a:xfrm>
          <a:prstGeom prst="rect">
            <a:avLst/>
          </a:prstGeom>
        </p:spPr>
      </p:pic>
      <p:sp>
        <p:nvSpPr>
          <p:cNvPr id="6" name="Rectangle 5">
            <a:extLst>
              <a:ext uri="{FF2B5EF4-FFF2-40B4-BE49-F238E27FC236}">
                <a16:creationId xmlns:a16="http://schemas.microsoft.com/office/drawing/2014/main" id="{1AFBFF63-CCA3-0070-3C58-A43E5419CE42}"/>
              </a:ext>
            </a:extLst>
          </p:cNvPr>
          <p:cNvSpPr/>
          <p:nvPr/>
        </p:nvSpPr>
        <p:spPr>
          <a:xfrm>
            <a:off x="0" y="517880"/>
            <a:ext cx="6858000" cy="12982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A4490BA-A548-6C07-21D9-183F5C01F872}"/>
              </a:ext>
            </a:extLst>
          </p:cNvPr>
          <p:cNvSpPr txBox="1"/>
          <p:nvPr/>
        </p:nvSpPr>
        <p:spPr>
          <a:xfrm>
            <a:off x="0" y="72508"/>
            <a:ext cx="5768340" cy="369332"/>
          </a:xfrm>
          <a:prstGeom prst="rect">
            <a:avLst/>
          </a:prstGeom>
          <a:noFill/>
        </p:spPr>
        <p:txBody>
          <a:bodyPr wrap="square" rtlCol="0">
            <a:spAutoFit/>
          </a:bodyPr>
          <a:lstStyle/>
          <a:p>
            <a:r>
              <a:rPr lang="en-US" dirty="0">
                <a:solidFill>
                  <a:schemeClr val="bg1"/>
                </a:solidFill>
              </a:rPr>
              <a:t>SuccessFactors: Creating a Calibration Session</a:t>
            </a:r>
          </a:p>
        </p:txBody>
      </p:sp>
      <p:sp>
        <p:nvSpPr>
          <p:cNvPr id="10" name="TextBox 9">
            <a:extLst>
              <a:ext uri="{FF2B5EF4-FFF2-40B4-BE49-F238E27FC236}">
                <a16:creationId xmlns:a16="http://schemas.microsoft.com/office/drawing/2014/main" id="{3A0375CB-5EAC-93B2-E31A-ECBA08CA8DF2}"/>
              </a:ext>
            </a:extLst>
          </p:cNvPr>
          <p:cNvSpPr txBox="1"/>
          <p:nvPr/>
        </p:nvSpPr>
        <p:spPr>
          <a:xfrm>
            <a:off x="110067" y="814584"/>
            <a:ext cx="2183552" cy="430887"/>
          </a:xfrm>
          <a:prstGeom prst="rect">
            <a:avLst/>
          </a:prstGeom>
          <a:noFill/>
        </p:spPr>
        <p:txBody>
          <a:bodyPr wrap="square" rtlCol="0">
            <a:spAutoFit/>
          </a:bodyPr>
          <a:lstStyle/>
          <a:p>
            <a:r>
              <a:rPr lang="en-US" sz="1100" dirty="0"/>
              <a:t>Search for </a:t>
            </a:r>
            <a:r>
              <a:rPr lang="en-US" sz="1100" i="1" dirty="0"/>
              <a:t>Calibration</a:t>
            </a:r>
            <a:r>
              <a:rPr lang="en-US" sz="1100" dirty="0"/>
              <a:t> and select </a:t>
            </a:r>
            <a:r>
              <a:rPr lang="en-US" sz="1100" b="1" dirty="0">
                <a:solidFill>
                  <a:srgbClr val="FF0000"/>
                </a:solidFill>
              </a:rPr>
              <a:t>Manage Calibration Sessions</a:t>
            </a:r>
          </a:p>
        </p:txBody>
      </p:sp>
      <p:sp>
        <p:nvSpPr>
          <p:cNvPr id="12" name="TextBox 11">
            <a:extLst>
              <a:ext uri="{FF2B5EF4-FFF2-40B4-BE49-F238E27FC236}">
                <a16:creationId xmlns:a16="http://schemas.microsoft.com/office/drawing/2014/main" id="{2099C33D-0933-E68D-9A9C-9D612A293A29}"/>
              </a:ext>
            </a:extLst>
          </p:cNvPr>
          <p:cNvSpPr txBox="1"/>
          <p:nvPr/>
        </p:nvSpPr>
        <p:spPr>
          <a:xfrm>
            <a:off x="110066" y="3419491"/>
            <a:ext cx="2126533" cy="430887"/>
          </a:xfrm>
          <a:prstGeom prst="rect">
            <a:avLst/>
          </a:prstGeom>
          <a:noFill/>
        </p:spPr>
        <p:txBody>
          <a:bodyPr wrap="square" rtlCol="0">
            <a:spAutoFit/>
          </a:bodyPr>
          <a:lstStyle/>
          <a:p>
            <a:r>
              <a:rPr lang="en-US" sz="1100" dirty="0"/>
              <a:t>Create a new session by clicking on </a:t>
            </a:r>
            <a:r>
              <a:rPr lang="en-US" sz="1100" b="1" dirty="0">
                <a:solidFill>
                  <a:srgbClr val="FF0000"/>
                </a:solidFill>
              </a:rPr>
              <a:t>Create New</a:t>
            </a:r>
          </a:p>
        </p:txBody>
      </p:sp>
      <p:sp>
        <p:nvSpPr>
          <p:cNvPr id="19" name="Rectangle 18">
            <a:extLst>
              <a:ext uri="{FF2B5EF4-FFF2-40B4-BE49-F238E27FC236}">
                <a16:creationId xmlns:a16="http://schemas.microsoft.com/office/drawing/2014/main" id="{1CFD6F40-F91F-EEC2-263E-E885BE360966}"/>
              </a:ext>
            </a:extLst>
          </p:cNvPr>
          <p:cNvSpPr/>
          <p:nvPr/>
        </p:nvSpPr>
        <p:spPr>
          <a:xfrm>
            <a:off x="110066" y="1270868"/>
            <a:ext cx="2056658" cy="2112518"/>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79CAB563-849F-0161-9610-EDDB51DC81F2}"/>
              </a:ext>
            </a:extLst>
          </p:cNvPr>
          <p:cNvSpPr txBox="1"/>
          <p:nvPr/>
        </p:nvSpPr>
        <p:spPr>
          <a:xfrm>
            <a:off x="103081" y="1255003"/>
            <a:ext cx="2056658" cy="2123658"/>
          </a:xfrm>
          <a:prstGeom prst="rect">
            <a:avLst/>
          </a:prstGeom>
          <a:noFill/>
          <a:effectLst/>
        </p:spPr>
        <p:txBody>
          <a:bodyPr wrap="square" rtlCol="0">
            <a:spAutoFit/>
          </a:bodyPr>
          <a:lstStyle/>
          <a:p>
            <a:r>
              <a:rPr lang="en-US" sz="1100" b="1" dirty="0">
                <a:solidFill>
                  <a:srgbClr val="FF0000"/>
                </a:solidFill>
                <a:latin typeface="Calibri" panose="020F0502020204030204" pitchFamily="34" charset="0"/>
                <a:cs typeface="Calibri" panose="020F0502020204030204" pitchFamily="34" charset="0"/>
              </a:rPr>
              <a:t>Note:</a:t>
            </a:r>
            <a:r>
              <a:rPr lang="en-US" sz="1100" dirty="0">
                <a:latin typeface="Calibri" panose="020F0502020204030204" pitchFamily="34" charset="0"/>
                <a:cs typeface="Calibri" panose="020F0502020204030204" pitchFamily="34" charset="0"/>
              </a:rPr>
              <a:t> </a:t>
            </a:r>
            <a:r>
              <a:rPr lang="en-US" sz="1100" i="1" dirty="0">
                <a:latin typeface="Calibri" panose="020F0502020204030204" pitchFamily="34" charset="0"/>
                <a:cs typeface="Calibri" panose="020F0502020204030204" pitchFamily="34" charset="0"/>
              </a:rPr>
              <a:t>To include Team Members in a Calibration Session, they need to be in the “</a:t>
            </a:r>
            <a:r>
              <a:rPr lang="en-US" sz="1100" b="1" i="1" dirty="0">
                <a:latin typeface="Calibri" panose="020F0502020204030204" pitchFamily="34" charset="0"/>
                <a:cs typeface="Calibri" panose="020F0502020204030204" pitchFamily="34" charset="0"/>
              </a:rPr>
              <a:t>Calibration</a:t>
            </a:r>
            <a:r>
              <a:rPr lang="en-US" sz="1100" i="1" dirty="0">
                <a:latin typeface="Calibri" panose="020F0502020204030204" pitchFamily="34" charset="0"/>
                <a:cs typeface="Calibri" panose="020F0502020204030204" pitchFamily="34" charset="0"/>
              </a:rPr>
              <a:t>” step of the Performance Process prior to creation. </a:t>
            </a:r>
          </a:p>
          <a:p>
            <a:endParaRPr lang="en-US" sz="1100" i="1" dirty="0">
              <a:latin typeface="Calibri" panose="020F0502020204030204" pitchFamily="34" charset="0"/>
              <a:cs typeface="Calibri" panose="020F0502020204030204" pitchFamily="34" charset="0"/>
            </a:endParaRPr>
          </a:p>
          <a:p>
            <a:r>
              <a:rPr lang="en-US" sz="1100" i="1" dirty="0">
                <a:latin typeface="Calibri" panose="020F0502020204030204" pitchFamily="34" charset="0"/>
                <a:cs typeface="Calibri" panose="020F0502020204030204" pitchFamily="34" charset="0"/>
              </a:rPr>
              <a:t>Team Members must also have their EDR information completed prior to a </a:t>
            </a:r>
            <a:r>
              <a:rPr lang="en-US" sz="1100" i="1">
                <a:latin typeface="Calibri" panose="020F0502020204030204" pitchFamily="34" charset="0"/>
                <a:cs typeface="Calibri" panose="020F0502020204030204" pitchFamily="34" charset="0"/>
              </a:rPr>
              <a:t>session creation.</a:t>
            </a:r>
            <a:endParaRPr lang="en-US" sz="1100" i="1"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100" i="1" dirty="0">
                <a:latin typeface="Calibri" panose="020F0502020204030204" pitchFamily="34" charset="0"/>
                <a:cs typeface="Calibri" panose="020F0502020204030204" pitchFamily="34" charset="0"/>
              </a:rPr>
              <a:t>Talent Category</a:t>
            </a:r>
          </a:p>
          <a:p>
            <a:pPr marL="171450" indent="-171450">
              <a:buFont typeface="Arial" panose="020B0604020202020204" pitchFamily="34" charset="0"/>
              <a:buChar char="•"/>
            </a:pPr>
            <a:r>
              <a:rPr lang="en-US" sz="1100" i="1" dirty="0">
                <a:latin typeface="Calibri" panose="020F0502020204030204" pitchFamily="34" charset="0"/>
                <a:cs typeface="Calibri" panose="020F0502020204030204" pitchFamily="34" charset="0"/>
              </a:rPr>
              <a:t>Risk of Loss</a:t>
            </a:r>
          </a:p>
          <a:p>
            <a:pPr marL="171450" indent="-171450">
              <a:buFont typeface="Arial" panose="020B0604020202020204" pitchFamily="34" charset="0"/>
              <a:buChar char="•"/>
            </a:pPr>
            <a:r>
              <a:rPr lang="en-US" sz="1100" i="1" dirty="0">
                <a:latin typeface="Calibri" panose="020F0502020204030204" pitchFamily="34" charset="0"/>
                <a:cs typeface="Calibri" panose="020F0502020204030204" pitchFamily="34" charset="0"/>
              </a:rPr>
              <a:t>Impact of Loss</a:t>
            </a:r>
          </a:p>
        </p:txBody>
      </p:sp>
      <p:sp>
        <p:nvSpPr>
          <p:cNvPr id="21" name="TextBox 20">
            <a:extLst>
              <a:ext uri="{FF2B5EF4-FFF2-40B4-BE49-F238E27FC236}">
                <a16:creationId xmlns:a16="http://schemas.microsoft.com/office/drawing/2014/main" id="{116630C3-0A89-A1AE-AD76-7E2D3DE636F7}"/>
              </a:ext>
            </a:extLst>
          </p:cNvPr>
          <p:cNvSpPr txBox="1"/>
          <p:nvPr/>
        </p:nvSpPr>
        <p:spPr>
          <a:xfrm>
            <a:off x="228600" y="4545964"/>
            <a:ext cx="2122039" cy="1123384"/>
          </a:xfrm>
          <a:prstGeom prst="rect">
            <a:avLst/>
          </a:prstGeom>
          <a:noFill/>
        </p:spPr>
        <p:txBody>
          <a:bodyPr wrap="square" rtlCol="0">
            <a:spAutoFit/>
          </a:bodyPr>
          <a:lstStyle/>
          <a:p>
            <a:r>
              <a:rPr lang="en-US" sz="1100" dirty="0"/>
              <a:t>There are 3 steps to complete the creation of a Calibration Session:</a:t>
            </a:r>
            <a:endParaRPr lang="en-US" sz="1100" b="1" dirty="0"/>
          </a:p>
          <a:p>
            <a:pPr marL="171450" indent="-171450">
              <a:buFont typeface="Arial" panose="020B0604020202020204" pitchFamily="34" charset="0"/>
              <a:buChar char="•"/>
            </a:pPr>
            <a:r>
              <a:rPr lang="en-US" sz="1100" b="1" dirty="0"/>
              <a:t>Basic Info</a:t>
            </a:r>
          </a:p>
          <a:p>
            <a:pPr marL="171450" indent="-171450">
              <a:buFont typeface="Arial" panose="020B0604020202020204" pitchFamily="34" charset="0"/>
              <a:buChar char="•"/>
            </a:pPr>
            <a:r>
              <a:rPr lang="en-US" sz="1100" b="1" dirty="0"/>
              <a:t>People</a:t>
            </a:r>
          </a:p>
          <a:p>
            <a:pPr marL="171450" indent="-171450">
              <a:buFont typeface="Arial" panose="020B0604020202020204" pitchFamily="34" charset="0"/>
              <a:buChar char="•"/>
            </a:pPr>
            <a:r>
              <a:rPr lang="en-US" sz="1100" b="1" dirty="0"/>
              <a:t>Validation</a:t>
            </a:r>
          </a:p>
          <a:p>
            <a:pPr marL="171450" indent="-171450">
              <a:buFont typeface="Arial" panose="020B0604020202020204" pitchFamily="34" charset="0"/>
              <a:buChar char="•"/>
            </a:pPr>
            <a:endParaRPr lang="en-US" sz="1200" dirty="0">
              <a:latin typeface="+mj-lt"/>
            </a:endParaRPr>
          </a:p>
        </p:txBody>
      </p:sp>
      <p:sp>
        <p:nvSpPr>
          <p:cNvPr id="24" name="TextBox 23">
            <a:extLst>
              <a:ext uri="{FF2B5EF4-FFF2-40B4-BE49-F238E27FC236}">
                <a16:creationId xmlns:a16="http://schemas.microsoft.com/office/drawing/2014/main" id="{D98872B6-53A8-715A-C59C-34E48F3B6051}"/>
              </a:ext>
            </a:extLst>
          </p:cNvPr>
          <p:cNvSpPr txBox="1"/>
          <p:nvPr/>
        </p:nvSpPr>
        <p:spPr>
          <a:xfrm>
            <a:off x="110066" y="6364946"/>
            <a:ext cx="2252134" cy="2800767"/>
          </a:xfrm>
          <a:prstGeom prst="rect">
            <a:avLst/>
          </a:prstGeom>
          <a:noFill/>
        </p:spPr>
        <p:txBody>
          <a:bodyPr wrap="square" rtlCol="0">
            <a:spAutoFit/>
          </a:bodyPr>
          <a:lstStyle/>
          <a:p>
            <a:pPr>
              <a:buClr>
                <a:schemeClr val="bg1"/>
              </a:buClr>
            </a:pPr>
            <a:r>
              <a:rPr lang="en-US" sz="1100" dirty="0">
                <a:solidFill>
                  <a:schemeClr val="tx1">
                    <a:lumMod val="95000"/>
                    <a:lumOff val="5000"/>
                  </a:schemeClr>
                </a:solidFill>
              </a:rPr>
              <a:t>1. The 2022 Calibration Template will pre-populate.</a:t>
            </a:r>
          </a:p>
          <a:p>
            <a:pPr>
              <a:buClr>
                <a:schemeClr val="bg1"/>
              </a:buClr>
            </a:pPr>
            <a:endParaRPr lang="en-US" sz="1100" dirty="0">
              <a:solidFill>
                <a:schemeClr val="tx1">
                  <a:lumMod val="95000"/>
                  <a:lumOff val="5000"/>
                </a:schemeClr>
              </a:solidFill>
            </a:endParaRPr>
          </a:p>
          <a:p>
            <a:pPr>
              <a:buClr>
                <a:schemeClr val="bg1"/>
              </a:buClr>
            </a:pPr>
            <a:r>
              <a:rPr lang="en-US" sz="1100" dirty="0">
                <a:solidFill>
                  <a:schemeClr val="tx1">
                    <a:lumMod val="95000"/>
                    <a:lumOff val="5000"/>
                  </a:schemeClr>
                </a:solidFill>
              </a:rPr>
              <a:t>2. Create Session Name. Use naming convention: </a:t>
            </a:r>
            <a:r>
              <a:rPr lang="en-US" sz="1100" b="1" dirty="0">
                <a:solidFill>
                  <a:schemeClr val="tx1">
                    <a:lumMod val="95000"/>
                    <a:lumOff val="5000"/>
                  </a:schemeClr>
                </a:solidFill>
              </a:rPr>
              <a:t>“Leader/Owner Name” – 2022 Calibration Session</a:t>
            </a:r>
          </a:p>
          <a:p>
            <a:pPr>
              <a:buClr>
                <a:schemeClr val="bg1"/>
              </a:buClr>
            </a:pPr>
            <a:endParaRPr lang="en-US" sz="1100" dirty="0">
              <a:solidFill>
                <a:schemeClr val="tx1">
                  <a:lumMod val="95000"/>
                  <a:lumOff val="5000"/>
                </a:schemeClr>
              </a:solidFill>
            </a:endParaRPr>
          </a:p>
          <a:p>
            <a:pPr>
              <a:buClr>
                <a:schemeClr val="bg1"/>
              </a:buClr>
            </a:pPr>
            <a:r>
              <a:rPr lang="en-US" sz="1100" dirty="0">
                <a:solidFill>
                  <a:schemeClr val="tx1">
                    <a:lumMod val="95000"/>
                    <a:lumOff val="5000"/>
                  </a:schemeClr>
                </a:solidFill>
              </a:rPr>
              <a:t>3. Input Session Owners: These are the leaders of the session.</a:t>
            </a:r>
          </a:p>
          <a:p>
            <a:pPr>
              <a:buClr>
                <a:schemeClr val="bg1"/>
              </a:buClr>
            </a:pPr>
            <a:endParaRPr lang="en-US" sz="1100" dirty="0">
              <a:solidFill>
                <a:schemeClr val="tx1">
                  <a:lumMod val="95000"/>
                  <a:lumOff val="5000"/>
                </a:schemeClr>
              </a:solidFill>
            </a:endParaRPr>
          </a:p>
          <a:p>
            <a:pPr>
              <a:buClr>
                <a:schemeClr val="bg1"/>
              </a:buClr>
            </a:pPr>
            <a:r>
              <a:rPr lang="en-US" sz="1100" dirty="0">
                <a:solidFill>
                  <a:schemeClr val="tx1">
                    <a:lumMod val="95000"/>
                    <a:lumOff val="5000"/>
                  </a:schemeClr>
                </a:solidFill>
              </a:rPr>
              <a:t>4. Input Session Facilitators: This is typically HR. Can be more than 1 HR team member. </a:t>
            </a:r>
          </a:p>
          <a:p>
            <a:endParaRPr lang="en-US" sz="1100" dirty="0">
              <a:latin typeface="+mj-lt"/>
            </a:endParaRPr>
          </a:p>
          <a:p>
            <a:endParaRPr lang="en-US" sz="1100" dirty="0">
              <a:latin typeface="+mj-lt"/>
            </a:endParaRPr>
          </a:p>
          <a:p>
            <a:endParaRPr lang="en-US" sz="1100" dirty="0">
              <a:solidFill>
                <a:schemeClr val="bg1"/>
              </a:solidFill>
              <a:latin typeface="Abadi Extra Light" panose="020B0204020104020204" pitchFamily="34" charset="0"/>
            </a:endParaRPr>
          </a:p>
        </p:txBody>
      </p:sp>
      <p:sp>
        <p:nvSpPr>
          <p:cNvPr id="30" name="Rectangle 29">
            <a:extLst>
              <a:ext uri="{FF2B5EF4-FFF2-40B4-BE49-F238E27FC236}">
                <a16:creationId xmlns:a16="http://schemas.microsoft.com/office/drawing/2014/main" id="{5B9A68CB-B790-B2B2-38FC-9DFEF1764585}"/>
              </a:ext>
            </a:extLst>
          </p:cNvPr>
          <p:cNvSpPr/>
          <p:nvPr/>
        </p:nvSpPr>
        <p:spPr>
          <a:xfrm>
            <a:off x="723609" y="6100936"/>
            <a:ext cx="760510" cy="239677"/>
          </a:xfrm>
          <a:prstGeom prst="rect">
            <a:avLst/>
          </a:prstGeom>
          <a:solidFill>
            <a:srgbClr val="0079B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Basic Info</a:t>
            </a:r>
          </a:p>
        </p:txBody>
      </p:sp>
      <p:sp>
        <p:nvSpPr>
          <p:cNvPr id="14" name="Rectangle 13">
            <a:extLst>
              <a:ext uri="{FF2B5EF4-FFF2-40B4-BE49-F238E27FC236}">
                <a16:creationId xmlns:a16="http://schemas.microsoft.com/office/drawing/2014/main" id="{F9E305D1-B301-248B-8DEE-1B782A0FDE65}"/>
              </a:ext>
            </a:extLst>
          </p:cNvPr>
          <p:cNvSpPr/>
          <p:nvPr/>
        </p:nvSpPr>
        <p:spPr>
          <a:xfrm>
            <a:off x="717105" y="8754957"/>
            <a:ext cx="767014" cy="239677"/>
          </a:xfrm>
          <a:prstGeom prst="rect">
            <a:avLst/>
          </a:prstGeom>
          <a:solidFill>
            <a:srgbClr val="0079B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People</a:t>
            </a:r>
          </a:p>
        </p:txBody>
      </p:sp>
      <p:sp>
        <p:nvSpPr>
          <p:cNvPr id="15" name="TextBox 14">
            <a:extLst>
              <a:ext uri="{FF2B5EF4-FFF2-40B4-BE49-F238E27FC236}">
                <a16:creationId xmlns:a16="http://schemas.microsoft.com/office/drawing/2014/main" id="{98037071-9D72-DB37-974E-805FB137AAA4}"/>
              </a:ext>
            </a:extLst>
          </p:cNvPr>
          <p:cNvSpPr txBox="1"/>
          <p:nvPr/>
        </p:nvSpPr>
        <p:spPr>
          <a:xfrm>
            <a:off x="110066" y="9147422"/>
            <a:ext cx="2240573" cy="1446550"/>
          </a:xfrm>
          <a:prstGeom prst="rect">
            <a:avLst/>
          </a:prstGeom>
          <a:noFill/>
        </p:spPr>
        <p:txBody>
          <a:bodyPr wrap="square" rtlCol="0">
            <a:spAutoFit/>
          </a:bodyPr>
          <a:lstStyle/>
          <a:p>
            <a:r>
              <a:rPr lang="en-US" sz="1100" dirty="0"/>
              <a:t>If the “Select subjects and participants….” box is checked off in the Basic Info tab, participants and subjects will populate on the right. You can delete accordingly.  </a:t>
            </a:r>
          </a:p>
          <a:p>
            <a:endParaRPr lang="en-US" sz="1100" dirty="0">
              <a:latin typeface="+mj-lt"/>
            </a:endParaRPr>
          </a:p>
          <a:p>
            <a:endParaRPr lang="en-US" sz="1100" dirty="0">
              <a:latin typeface="+mj-lt"/>
            </a:endParaRPr>
          </a:p>
          <a:p>
            <a:endParaRPr lang="en-US" sz="1100" dirty="0">
              <a:solidFill>
                <a:schemeClr val="bg1"/>
              </a:solidFill>
              <a:latin typeface="Abadi Extra Light" panose="020B0204020104020204" pitchFamily="34" charset="0"/>
            </a:endParaRPr>
          </a:p>
        </p:txBody>
      </p:sp>
      <p:sp>
        <p:nvSpPr>
          <p:cNvPr id="2" name="TextBox 1">
            <a:extLst>
              <a:ext uri="{FF2B5EF4-FFF2-40B4-BE49-F238E27FC236}">
                <a16:creationId xmlns:a16="http://schemas.microsoft.com/office/drawing/2014/main" id="{D28409E8-AA8F-A126-AA22-2ED21058CE67}"/>
              </a:ext>
            </a:extLst>
          </p:cNvPr>
          <p:cNvSpPr txBox="1"/>
          <p:nvPr/>
        </p:nvSpPr>
        <p:spPr>
          <a:xfrm>
            <a:off x="5326224" y="6536000"/>
            <a:ext cx="1421710" cy="1446550"/>
          </a:xfrm>
          <a:prstGeom prst="rect">
            <a:avLst/>
          </a:prstGeom>
          <a:noFill/>
          <a:effectLst/>
        </p:spPr>
        <p:txBody>
          <a:bodyPr wrap="square" rtlCol="0">
            <a:spAutoFit/>
          </a:bodyPr>
          <a:lstStyle/>
          <a:p>
            <a:r>
              <a:rPr lang="en-US" sz="1100" b="1" dirty="0">
                <a:solidFill>
                  <a:srgbClr val="FF0000"/>
                </a:solidFill>
              </a:rPr>
              <a:t>Note:</a:t>
            </a:r>
            <a:r>
              <a:rPr lang="en-US" sz="1100" dirty="0"/>
              <a:t> </a:t>
            </a:r>
            <a:r>
              <a:rPr lang="en-US" sz="1100" i="1" dirty="0"/>
              <a:t>You can choose to automatically have subjects and participants populate on the People tab or manually select them during that step by unchecking. </a:t>
            </a:r>
          </a:p>
        </p:txBody>
      </p:sp>
      <p:pic>
        <p:nvPicPr>
          <p:cNvPr id="9" name="Picture 8">
            <a:extLst>
              <a:ext uri="{FF2B5EF4-FFF2-40B4-BE49-F238E27FC236}">
                <a16:creationId xmlns:a16="http://schemas.microsoft.com/office/drawing/2014/main" id="{C4BEDEBC-E36C-3454-CE59-880352B7E257}"/>
              </a:ext>
            </a:extLst>
          </p:cNvPr>
          <p:cNvPicPr>
            <a:picLocks noChangeAspect="1"/>
          </p:cNvPicPr>
          <p:nvPr/>
        </p:nvPicPr>
        <p:blipFill>
          <a:blip r:embed="rId4"/>
          <a:stretch>
            <a:fillRect/>
          </a:stretch>
        </p:blipFill>
        <p:spPr>
          <a:xfrm>
            <a:off x="2350640" y="2711424"/>
            <a:ext cx="4223913" cy="1339772"/>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61D3576C-FE3C-ED19-AD39-F0C31EC97298}"/>
              </a:ext>
            </a:extLst>
          </p:cNvPr>
          <p:cNvPicPr>
            <a:picLocks noChangeAspect="1"/>
          </p:cNvPicPr>
          <p:nvPr/>
        </p:nvPicPr>
        <p:blipFill rotWithShape="1">
          <a:blip r:embed="rId5"/>
          <a:srcRect r="28078"/>
          <a:stretch/>
        </p:blipFill>
        <p:spPr>
          <a:xfrm>
            <a:off x="2350639" y="6402468"/>
            <a:ext cx="2830961" cy="1738590"/>
          </a:xfrm>
          <a:prstGeom prst="rect">
            <a:avLst/>
          </a:prstGeom>
          <a:ln>
            <a:noFill/>
          </a:ln>
          <a:effectLst>
            <a:outerShdw blurRad="292100" dist="139700" dir="2700000" algn="tl" rotWithShape="0">
              <a:srgbClr val="333333">
                <a:alpha val="65000"/>
              </a:srgbClr>
            </a:outerShdw>
          </a:effectLst>
        </p:spPr>
      </p:pic>
      <p:sp>
        <p:nvSpPr>
          <p:cNvPr id="31" name="TextBox 30">
            <a:extLst>
              <a:ext uri="{FF2B5EF4-FFF2-40B4-BE49-F238E27FC236}">
                <a16:creationId xmlns:a16="http://schemas.microsoft.com/office/drawing/2014/main" id="{4EDAD3E8-1173-A6C3-36FA-8D50CA12CB39}"/>
              </a:ext>
            </a:extLst>
          </p:cNvPr>
          <p:cNvSpPr txBox="1"/>
          <p:nvPr/>
        </p:nvSpPr>
        <p:spPr>
          <a:xfrm>
            <a:off x="153222" y="10168638"/>
            <a:ext cx="2203197" cy="1723549"/>
          </a:xfrm>
          <a:prstGeom prst="rect">
            <a:avLst/>
          </a:prstGeom>
          <a:noFill/>
        </p:spPr>
        <p:txBody>
          <a:bodyPr wrap="square" rtlCol="0">
            <a:spAutoFit/>
          </a:bodyPr>
          <a:lstStyle/>
          <a:p>
            <a:r>
              <a:rPr lang="en-US" sz="1100" b="1" i="1" dirty="0">
                <a:solidFill>
                  <a:srgbClr val="FF0000"/>
                </a:solidFill>
              </a:rPr>
              <a:t>Note:  </a:t>
            </a:r>
          </a:p>
          <a:p>
            <a:r>
              <a:rPr lang="en-US" sz="1100" b="1" i="1" dirty="0"/>
              <a:t>The Owner: </a:t>
            </a:r>
            <a:r>
              <a:rPr lang="en-US" sz="1100" i="1" dirty="0"/>
              <a:t>Leader of Calibration session</a:t>
            </a:r>
          </a:p>
          <a:p>
            <a:r>
              <a:rPr lang="en-US" sz="1100" b="1" i="1" dirty="0"/>
              <a:t>Participants:</a:t>
            </a:r>
            <a:r>
              <a:rPr lang="en-US" sz="1100" i="1" dirty="0"/>
              <a:t> Those one level below the Owner. They are managers of the Subjects.</a:t>
            </a:r>
          </a:p>
          <a:p>
            <a:r>
              <a:rPr lang="en-US" sz="1100" b="1" i="1" dirty="0"/>
              <a:t>Subjects:</a:t>
            </a:r>
            <a:r>
              <a:rPr lang="en-US" sz="1100" i="1" dirty="0"/>
              <a:t> Individuals being calibrated in the session.</a:t>
            </a:r>
          </a:p>
          <a:p>
            <a:endParaRPr lang="en-US" dirty="0"/>
          </a:p>
        </p:txBody>
      </p:sp>
      <p:pic>
        <p:nvPicPr>
          <p:cNvPr id="38" name="Picture 37">
            <a:extLst>
              <a:ext uri="{FF2B5EF4-FFF2-40B4-BE49-F238E27FC236}">
                <a16:creationId xmlns:a16="http://schemas.microsoft.com/office/drawing/2014/main" id="{C29BAC12-91A1-FB30-B0DD-6591783FF3B2}"/>
              </a:ext>
            </a:extLst>
          </p:cNvPr>
          <p:cNvPicPr>
            <a:picLocks noChangeAspect="1"/>
          </p:cNvPicPr>
          <p:nvPr/>
        </p:nvPicPr>
        <p:blipFill rotWithShape="1">
          <a:blip r:embed="rId6"/>
          <a:srcRect b="36313"/>
          <a:stretch/>
        </p:blipFill>
        <p:spPr>
          <a:xfrm>
            <a:off x="2362200" y="8977920"/>
            <a:ext cx="4262176" cy="2071261"/>
          </a:xfrm>
          <a:prstGeom prst="rect">
            <a:avLst/>
          </a:prstGeom>
          <a:ln>
            <a:noFill/>
          </a:ln>
          <a:effectLst>
            <a:outerShdw blurRad="292100" dist="139700" dir="2700000" algn="tl" rotWithShape="0">
              <a:srgbClr val="333333">
                <a:alpha val="65000"/>
              </a:srgbClr>
            </a:outerShdw>
          </a:effectLst>
        </p:spPr>
      </p:pic>
      <p:pic>
        <p:nvPicPr>
          <p:cNvPr id="40" name="Picture 39">
            <a:extLst>
              <a:ext uri="{FF2B5EF4-FFF2-40B4-BE49-F238E27FC236}">
                <a16:creationId xmlns:a16="http://schemas.microsoft.com/office/drawing/2014/main" id="{9A19DF51-5A46-E715-0BD7-98A2188458AE}"/>
              </a:ext>
            </a:extLst>
          </p:cNvPr>
          <p:cNvPicPr>
            <a:picLocks noChangeAspect="1"/>
          </p:cNvPicPr>
          <p:nvPr/>
        </p:nvPicPr>
        <p:blipFill>
          <a:blip r:embed="rId7"/>
          <a:stretch>
            <a:fillRect/>
          </a:stretch>
        </p:blipFill>
        <p:spPr>
          <a:xfrm>
            <a:off x="2362200" y="809190"/>
            <a:ext cx="4242478" cy="1664383"/>
          </a:xfrm>
          <a:prstGeom prst="rect">
            <a:avLst/>
          </a:prstGeom>
          <a:ln>
            <a:noFill/>
          </a:ln>
          <a:effectLst>
            <a:outerShdw blurRad="292100" dist="139700" dir="2700000" algn="tl" rotWithShape="0">
              <a:srgbClr val="333333">
                <a:alpha val="65000"/>
              </a:srgbClr>
            </a:outerShdw>
          </a:effectLst>
        </p:spPr>
      </p:pic>
      <p:cxnSp>
        <p:nvCxnSpPr>
          <p:cNvPr id="17" name="Straight Arrow Connector 16">
            <a:extLst>
              <a:ext uri="{FF2B5EF4-FFF2-40B4-BE49-F238E27FC236}">
                <a16:creationId xmlns:a16="http://schemas.microsoft.com/office/drawing/2014/main" id="{DDFE3CA4-57E7-C968-8152-DA47F4D3ED3B}"/>
              </a:ext>
            </a:extLst>
          </p:cNvPr>
          <p:cNvCxnSpPr/>
          <p:nvPr/>
        </p:nvCxnSpPr>
        <p:spPr>
          <a:xfrm flipH="1">
            <a:off x="4960620" y="7475220"/>
            <a:ext cx="361230" cy="16002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1967CBC-417E-8E4C-F7CF-A3EFD4445F5A}"/>
              </a:ext>
            </a:extLst>
          </p:cNvPr>
          <p:cNvSpPr/>
          <p:nvPr/>
        </p:nvSpPr>
        <p:spPr>
          <a:xfrm>
            <a:off x="0" y="4224137"/>
            <a:ext cx="6858000" cy="129820"/>
          </a:xfrm>
          <a:prstGeom prst="rect">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8616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BB1CA5F-31D4-C4AA-CDB1-30179807EB4E}"/>
              </a:ext>
            </a:extLst>
          </p:cNvPr>
          <p:cNvSpPr/>
          <p:nvPr/>
        </p:nvSpPr>
        <p:spPr>
          <a:xfrm>
            <a:off x="250995" y="7800588"/>
            <a:ext cx="2316945" cy="82198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FDE53801-65A5-0220-2221-37DCE71EEAE9}"/>
              </a:ext>
            </a:extLst>
          </p:cNvPr>
          <p:cNvSpPr/>
          <p:nvPr/>
        </p:nvSpPr>
        <p:spPr>
          <a:xfrm>
            <a:off x="207817" y="4417517"/>
            <a:ext cx="2360123" cy="600164"/>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1C31FCE4-EEBC-90D4-5F73-2D30153B9C93}"/>
              </a:ext>
            </a:extLst>
          </p:cNvPr>
          <p:cNvSpPr txBox="1"/>
          <p:nvPr/>
        </p:nvSpPr>
        <p:spPr>
          <a:xfrm>
            <a:off x="142242" y="720274"/>
            <a:ext cx="2559393" cy="3308598"/>
          </a:xfrm>
          <a:prstGeom prst="rect">
            <a:avLst/>
          </a:prstGeom>
          <a:noFill/>
        </p:spPr>
        <p:txBody>
          <a:bodyPr wrap="square" rtlCol="0">
            <a:spAutoFit/>
          </a:bodyPr>
          <a:lstStyle/>
          <a:p>
            <a:r>
              <a:rPr lang="en-US" sz="1100" dirty="0"/>
              <a:t>If you did not select the check box to automatically move the participants and subjects over, you can do so with an org chart or with advanced filters (Org Chart is advised).</a:t>
            </a:r>
          </a:p>
          <a:p>
            <a:endParaRPr lang="en-US" sz="1100" dirty="0"/>
          </a:p>
          <a:p>
            <a:r>
              <a:rPr lang="en-US" sz="1100" dirty="0"/>
              <a:t>Select the gray area with the team member count to view Org levels for selection.</a:t>
            </a:r>
          </a:p>
          <a:p>
            <a:endParaRPr lang="en-US" sz="1100" dirty="0"/>
          </a:p>
          <a:p>
            <a:r>
              <a:rPr lang="en-US" sz="1100" dirty="0"/>
              <a:t>To move Subjects and Participants into the session, select “Take Action” and “Add to Participants” or “Add to Subjects”. </a:t>
            </a:r>
          </a:p>
          <a:p>
            <a:endParaRPr lang="en-US" sz="1100" dirty="0">
              <a:latin typeface="+mj-lt"/>
            </a:endParaRPr>
          </a:p>
          <a:p>
            <a:endParaRPr lang="en-US" sz="1100" dirty="0">
              <a:latin typeface="+mj-lt"/>
            </a:endParaRPr>
          </a:p>
          <a:p>
            <a:endParaRPr lang="en-US" sz="1100" dirty="0">
              <a:latin typeface="+mj-lt"/>
            </a:endParaRPr>
          </a:p>
          <a:p>
            <a:endParaRPr lang="en-US" sz="1100" dirty="0">
              <a:latin typeface="+mj-lt"/>
            </a:endParaRPr>
          </a:p>
          <a:p>
            <a:endParaRPr lang="en-US" sz="1100" dirty="0">
              <a:solidFill>
                <a:schemeClr val="bg1"/>
              </a:solidFill>
              <a:latin typeface="Abadi Extra Light" panose="020B0204020104020204" pitchFamily="34" charset="0"/>
            </a:endParaRPr>
          </a:p>
        </p:txBody>
      </p:sp>
      <p:pic>
        <p:nvPicPr>
          <p:cNvPr id="5" name="Picture 4">
            <a:extLst>
              <a:ext uri="{FF2B5EF4-FFF2-40B4-BE49-F238E27FC236}">
                <a16:creationId xmlns:a16="http://schemas.microsoft.com/office/drawing/2014/main" id="{C5289E8C-2875-D0CA-4178-D6FAD20A904C}"/>
              </a:ext>
            </a:extLst>
          </p:cNvPr>
          <p:cNvPicPr>
            <a:picLocks noChangeAspect="1"/>
          </p:cNvPicPr>
          <p:nvPr/>
        </p:nvPicPr>
        <p:blipFill>
          <a:blip r:embed="rId2"/>
          <a:stretch>
            <a:fillRect/>
          </a:stretch>
        </p:blipFill>
        <p:spPr>
          <a:xfrm>
            <a:off x="0" y="-3531"/>
            <a:ext cx="6858000" cy="521411"/>
          </a:xfrm>
          <a:prstGeom prst="rect">
            <a:avLst/>
          </a:prstGeom>
        </p:spPr>
      </p:pic>
      <p:sp>
        <p:nvSpPr>
          <p:cNvPr id="6" name="Rectangle 5">
            <a:extLst>
              <a:ext uri="{FF2B5EF4-FFF2-40B4-BE49-F238E27FC236}">
                <a16:creationId xmlns:a16="http://schemas.microsoft.com/office/drawing/2014/main" id="{B3C57823-7EC6-CEF5-A8A9-B9AA012F593A}"/>
              </a:ext>
            </a:extLst>
          </p:cNvPr>
          <p:cNvSpPr/>
          <p:nvPr/>
        </p:nvSpPr>
        <p:spPr>
          <a:xfrm>
            <a:off x="0" y="517880"/>
            <a:ext cx="6858000" cy="12982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A1D253F-8D10-4D89-BAB7-13CA2C277421}"/>
              </a:ext>
            </a:extLst>
          </p:cNvPr>
          <p:cNvSpPr txBox="1"/>
          <p:nvPr/>
        </p:nvSpPr>
        <p:spPr>
          <a:xfrm>
            <a:off x="0" y="72508"/>
            <a:ext cx="5768340" cy="369332"/>
          </a:xfrm>
          <a:prstGeom prst="rect">
            <a:avLst/>
          </a:prstGeom>
          <a:noFill/>
        </p:spPr>
        <p:txBody>
          <a:bodyPr wrap="square" rtlCol="0">
            <a:spAutoFit/>
          </a:bodyPr>
          <a:lstStyle/>
          <a:p>
            <a:r>
              <a:rPr lang="en-US" dirty="0">
                <a:solidFill>
                  <a:schemeClr val="bg1"/>
                </a:solidFill>
              </a:rPr>
              <a:t>SuccessFactors: Creating a Calibration Session (continued)</a:t>
            </a:r>
          </a:p>
        </p:txBody>
      </p:sp>
      <p:pic>
        <p:nvPicPr>
          <p:cNvPr id="11" name="Picture 10">
            <a:extLst>
              <a:ext uri="{FF2B5EF4-FFF2-40B4-BE49-F238E27FC236}">
                <a16:creationId xmlns:a16="http://schemas.microsoft.com/office/drawing/2014/main" id="{1390CED6-ED37-A2EE-24DB-1A11B2F09CE1}"/>
              </a:ext>
            </a:extLst>
          </p:cNvPr>
          <p:cNvPicPr>
            <a:picLocks noChangeAspect="1"/>
          </p:cNvPicPr>
          <p:nvPr/>
        </p:nvPicPr>
        <p:blipFill>
          <a:blip r:embed="rId3"/>
          <a:stretch>
            <a:fillRect/>
          </a:stretch>
        </p:blipFill>
        <p:spPr>
          <a:xfrm>
            <a:off x="2701635" y="756776"/>
            <a:ext cx="2094461" cy="801854"/>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6E5B62E4-6045-C1D4-AEAF-AEFB1649AA07}"/>
              </a:ext>
            </a:extLst>
          </p:cNvPr>
          <p:cNvPicPr>
            <a:picLocks noChangeAspect="1"/>
          </p:cNvPicPr>
          <p:nvPr/>
        </p:nvPicPr>
        <p:blipFill>
          <a:blip r:embed="rId4"/>
          <a:stretch>
            <a:fillRect/>
          </a:stretch>
        </p:blipFill>
        <p:spPr>
          <a:xfrm>
            <a:off x="2701635" y="1688405"/>
            <a:ext cx="3101513" cy="1861695"/>
          </a:xfrm>
          <a:prstGeom prst="rect">
            <a:avLst/>
          </a:prstGeom>
          <a:ln>
            <a:noFill/>
          </a:ln>
          <a:effectLst>
            <a:outerShdw blurRad="292100" dist="139700" dir="2700000" algn="tl" rotWithShape="0">
              <a:srgbClr val="333333">
                <a:alpha val="65000"/>
              </a:srgbClr>
            </a:outerShdw>
          </a:effectLst>
        </p:spPr>
      </p:pic>
      <p:sp>
        <p:nvSpPr>
          <p:cNvPr id="20" name="TextBox 19">
            <a:extLst>
              <a:ext uri="{FF2B5EF4-FFF2-40B4-BE49-F238E27FC236}">
                <a16:creationId xmlns:a16="http://schemas.microsoft.com/office/drawing/2014/main" id="{A8088FBB-ABE9-6AF0-5C7B-CD7B5DC83164}"/>
              </a:ext>
            </a:extLst>
          </p:cNvPr>
          <p:cNvSpPr txBox="1"/>
          <p:nvPr/>
        </p:nvSpPr>
        <p:spPr>
          <a:xfrm>
            <a:off x="152399" y="3781588"/>
            <a:ext cx="2549235" cy="430887"/>
          </a:xfrm>
          <a:prstGeom prst="rect">
            <a:avLst/>
          </a:prstGeom>
          <a:noFill/>
        </p:spPr>
        <p:txBody>
          <a:bodyPr wrap="square" rtlCol="0">
            <a:spAutoFit/>
          </a:bodyPr>
          <a:lstStyle/>
          <a:p>
            <a:r>
              <a:rPr lang="en-US" sz="1100" dirty="0"/>
              <a:t>Added Subjects and Participants will appear on the right-hand side.  </a:t>
            </a:r>
          </a:p>
        </p:txBody>
      </p:sp>
      <p:sp>
        <p:nvSpPr>
          <p:cNvPr id="21" name="TextBox 20">
            <a:extLst>
              <a:ext uri="{FF2B5EF4-FFF2-40B4-BE49-F238E27FC236}">
                <a16:creationId xmlns:a16="http://schemas.microsoft.com/office/drawing/2014/main" id="{BB451A9F-2991-D985-F06B-A3607CCA8861}"/>
              </a:ext>
            </a:extLst>
          </p:cNvPr>
          <p:cNvSpPr txBox="1"/>
          <p:nvPr/>
        </p:nvSpPr>
        <p:spPr>
          <a:xfrm>
            <a:off x="152398" y="4427058"/>
            <a:ext cx="2415541" cy="600164"/>
          </a:xfrm>
          <a:prstGeom prst="rect">
            <a:avLst/>
          </a:prstGeom>
          <a:noFill/>
          <a:effectLst/>
        </p:spPr>
        <p:txBody>
          <a:bodyPr wrap="square" rtlCol="0">
            <a:spAutoFit/>
          </a:bodyPr>
          <a:lstStyle/>
          <a:p>
            <a:r>
              <a:rPr lang="en-US" sz="1100" b="1" dirty="0">
                <a:solidFill>
                  <a:srgbClr val="FF0000"/>
                </a:solidFill>
              </a:rPr>
              <a:t>Note:</a:t>
            </a:r>
            <a:r>
              <a:rPr lang="en-US" sz="1100" dirty="0"/>
              <a:t> </a:t>
            </a:r>
            <a:r>
              <a:rPr lang="en-US" sz="1100" i="1" dirty="0"/>
              <a:t>Calibration is best facilitated with sessions of no more than 200-500 employees. </a:t>
            </a:r>
          </a:p>
        </p:txBody>
      </p:sp>
      <p:pic>
        <p:nvPicPr>
          <p:cNvPr id="25" name="Picture 24">
            <a:extLst>
              <a:ext uri="{FF2B5EF4-FFF2-40B4-BE49-F238E27FC236}">
                <a16:creationId xmlns:a16="http://schemas.microsoft.com/office/drawing/2014/main" id="{6EB3D0FA-01AA-7498-C660-9FD61A047997}"/>
              </a:ext>
            </a:extLst>
          </p:cNvPr>
          <p:cNvPicPr>
            <a:picLocks noChangeAspect="1"/>
          </p:cNvPicPr>
          <p:nvPr/>
        </p:nvPicPr>
        <p:blipFill>
          <a:blip r:embed="rId5"/>
          <a:stretch>
            <a:fillRect/>
          </a:stretch>
        </p:blipFill>
        <p:spPr>
          <a:xfrm>
            <a:off x="2701634" y="3746954"/>
            <a:ext cx="3941618" cy="1597196"/>
          </a:xfrm>
          <a:prstGeom prst="rect">
            <a:avLst/>
          </a:prstGeom>
          <a:ln>
            <a:noFill/>
          </a:ln>
          <a:effectLst>
            <a:outerShdw blurRad="292100" dist="139700" dir="2700000" algn="tl" rotWithShape="0">
              <a:srgbClr val="333333">
                <a:alpha val="65000"/>
              </a:srgbClr>
            </a:outerShdw>
          </a:effectLst>
        </p:spPr>
      </p:pic>
      <p:sp>
        <p:nvSpPr>
          <p:cNvPr id="26" name="Rectangle 25">
            <a:extLst>
              <a:ext uri="{FF2B5EF4-FFF2-40B4-BE49-F238E27FC236}">
                <a16:creationId xmlns:a16="http://schemas.microsoft.com/office/drawing/2014/main" id="{C2D0F007-D765-942B-6929-47BDB1FCA803}"/>
              </a:ext>
            </a:extLst>
          </p:cNvPr>
          <p:cNvSpPr/>
          <p:nvPr/>
        </p:nvSpPr>
        <p:spPr>
          <a:xfrm>
            <a:off x="891110" y="5573508"/>
            <a:ext cx="767014" cy="239677"/>
          </a:xfrm>
          <a:prstGeom prst="rect">
            <a:avLst/>
          </a:prstGeom>
          <a:solidFill>
            <a:srgbClr val="0079B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Validate</a:t>
            </a:r>
          </a:p>
        </p:txBody>
      </p:sp>
      <p:sp>
        <p:nvSpPr>
          <p:cNvPr id="27" name="TextBox 26">
            <a:extLst>
              <a:ext uri="{FF2B5EF4-FFF2-40B4-BE49-F238E27FC236}">
                <a16:creationId xmlns:a16="http://schemas.microsoft.com/office/drawing/2014/main" id="{EA4E6771-84E8-18B4-B13D-3B8A23826570}"/>
              </a:ext>
            </a:extLst>
          </p:cNvPr>
          <p:cNvSpPr txBox="1"/>
          <p:nvPr/>
        </p:nvSpPr>
        <p:spPr>
          <a:xfrm>
            <a:off x="207818" y="5910109"/>
            <a:ext cx="2490590" cy="1954381"/>
          </a:xfrm>
          <a:prstGeom prst="rect">
            <a:avLst/>
          </a:prstGeom>
          <a:noFill/>
        </p:spPr>
        <p:txBody>
          <a:bodyPr wrap="square" rtlCol="0">
            <a:spAutoFit/>
          </a:bodyPr>
          <a:lstStyle/>
          <a:p>
            <a:r>
              <a:rPr lang="en-US" sz="1100" dirty="0"/>
              <a:t>1. </a:t>
            </a:r>
            <a:r>
              <a:rPr lang="en-US" sz="1100" b="1" dirty="0">
                <a:solidFill>
                  <a:srgbClr val="FF0000"/>
                </a:solidFill>
              </a:rPr>
              <a:t>Save</a:t>
            </a:r>
            <a:r>
              <a:rPr lang="en-US" sz="1100" dirty="0"/>
              <a:t> the creation of the session.</a:t>
            </a:r>
          </a:p>
          <a:p>
            <a:r>
              <a:rPr lang="en-US" sz="1100" dirty="0"/>
              <a:t>2. </a:t>
            </a:r>
            <a:r>
              <a:rPr lang="en-US" sz="1100" b="1" dirty="0">
                <a:solidFill>
                  <a:srgbClr val="FF0000"/>
                </a:solidFill>
              </a:rPr>
              <a:t>Activate</a:t>
            </a:r>
            <a:r>
              <a:rPr lang="en-US" sz="1100" dirty="0"/>
              <a:t> the session to validate the changes. </a:t>
            </a:r>
          </a:p>
          <a:p>
            <a:r>
              <a:rPr lang="en-US" sz="1100" dirty="0"/>
              <a:t>3. Select </a:t>
            </a:r>
            <a:r>
              <a:rPr lang="en-US" sz="1100" b="1" dirty="0">
                <a:solidFill>
                  <a:srgbClr val="FF0000"/>
                </a:solidFill>
              </a:rPr>
              <a:t>Yes</a:t>
            </a:r>
            <a:r>
              <a:rPr lang="en-US" sz="1100" dirty="0"/>
              <a:t> to confirm the creation of the Calibration Session.</a:t>
            </a:r>
          </a:p>
          <a:p>
            <a:endParaRPr lang="en-US" sz="1100" dirty="0">
              <a:latin typeface="+mj-lt"/>
            </a:endParaRPr>
          </a:p>
          <a:p>
            <a:r>
              <a:rPr lang="en-US" sz="1100" dirty="0"/>
              <a:t>The system will let you know if there is any reason why you are unable to move forward with creating the calibration session. </a:t>
            </a:r>
          </a:p>
          <a:p>
            <a:endParaRPr lang="en-US" sz="1100" dirty="0">
              <a:latin typeface="+mj-lt"/>
            </a:endParaRPr>
          </a:p>
        </p:txBody>
      </p:sp>
      <p:sp>
        <p:nvSpPr>
          <p:cNvPr id="28" name="TextBox 27">
            <a:extLst>
              <a:ext uri="{FF2B5EF4-FFF2-40B4-BE49-F238E27FC236}">
                <a16:creationId xmlns:a16="http://schemas.microsoft.com/office/drawing/2014/main" id="{27DF522F-7712-76BC-ECAB-472CAFF626F2}"/>
              </a:ext>
            </a:extLst>
          </p:cNvPr>
          <p:cNvSpPr txBox="1"/>
          <p:nvPr/>
        </p:nvSpPr>
        <p:spPr>
          <a:xfrm>
            <a:off x="221900" y="7821439"/>
            <a:ext cx="2417392" cy="769441"/>
          </a:xfrm>
          <a:prstGeom prst="rect">
            <a:avLst/>
          </a:prstGeom>
          <a:noFill/>
          <a:effectLst/>
        </p:spPr>
        <p:txBody>
          <a:bodyPr wrap="square" rtlCol="0">
            <a:spAutoFit/>
          </a:bodyPr>
          <a:lstStyle/>
          <a:p>
            <a:r>
              <a:rPr lang="en-US" sz="1100" b="1" dirty="0">
                <a:solidFill>
                  <a:srgbClr val="FF0000"/>
                </a:solidFill>
              </a:rPr>
              <a:t>Note:</a:t>
            </a:r>
            <a:r>
              <a:rPr lang="en-US" sz="1100" dirty="0"/>
              <a:t> </a:t>
            </a:r>
            <a:r>
              <a:rPr lang="en-US" sz="1100" i="1" dirty="0"/>
              <a:t>If you receive an error during validation, you will have to recreate the session. You can not save this session and edit once it has been created.</a:t>
            </a:r>
          </a:p>
        </p:txBody>
      </p:sp>
      <p:pic>
        <p:nvPicPr>
          <p:cNvPr id="32" name="Picture 31">
            <a:extLst>
              <a:ext uri="{FF2B5EF4-FFF2-40B4-BE49-F238E27FC236}">
                <a16:creationId xmlns:a16="http://schemas.microsoft.com/office/drawing/2014/main" id="{3E4961B9-3A2C-E1CB-AD8B-233C997B1F59}"/>
              </a:ext>
            </a:extLst>
          </p:cNvPr>
          <p:cNvPicPr>
            <a:picLocks noChangeAspect="1"/>
          </p:cNvPicPr>
          <p:nvPr/>
        </p:nvPicPr>
        <p:blipFill>
          <a:blip r:embed="rId6"/>
          <a:stretch>
            <a:fillRect/>
          </a:stretch>
        </p:blipFill>
        <p:spPr>
          <a:xfrm>
            <a:off x="2708565" y="5712049"/>
            <a:ext cx="3941618" cy="1787406"/>
          </a:xfrm>
          <a:prstGeom prst="rect">
            <a:avLst/>
          </a:prstGeom>
          <a:ln>
            <a:noFill/>
          </a:ln>
          <a:effectLst>
            <a:outerShdw blurRad="292100" dist="139700" dir="2700000" algn="tl" rotWithShape="0">
              <a:srgbClr val="333333">
                <a:alpha val="65000"/>
              </a:srgbClr>
            </a:outerShdw>
          </a:effectLst>
        </p:spPr>
      </p:pic>
      <p:sp>
        <p:nvSpPr>
          <p:cNvPr id="33" name="TextBox 32">
            <a:extLst>
              <a:ext uri="{FF2B5EF4-FFF2-40B4-BE49-F238E27FC236}">
                <a16:creationId xmlns:a16="http://schemas.microsoft.com/office/drawing/2014/main" id="{42D2681A-465E-4EFB-576B-FF24F002C26D}"/>
              </a:ext>
            </a:extLst>
          </p:cNvPr>
          <p:cNvSpPr txBox="1"/>
          <p:nvPr/>
        </p:nvSpPr>
        <p:spPr>
          <a:xfrm>
            <a:off x="207818" y="9141162"/>
            <a:ext cx="2431474" cy="769441"/>
          </a:xfrm>
          <a:prstGeom prst="rect">
            <a:avLst/>
          </a:prstGeom>
          <a:noFill/>
        </p:spPr>
        <p:txBody>
          <a:bodyPr wrap="square" rtlCol="0">
            <a:spAutoFit/>
          </a:bodyPr>
          <a:lstStyle/>
          <a:p>
            <a:r>
              <a:rPr lang="en-US" sz="1100" dirty="0"/>
              <a:t>The Calibration Session(s) created by the HR Champion will appear in their Sessions list. </a:t>
            </a:r>
          </a:p>
          <a:p>
            <a:endParaRPr lang="en-US" sz="1100" dirty="0">
              <a:latin typeface="+mj-lt"/>
            </a:endParaRPr>
          </a:p>
        </p:txBody>
      </p:sp>
      <p:pic>
        <p:nvPicPr>
          <p:cNvPr id="39" name="Picture 38">
            <a:extLst>
              <a:ext uri="{FF2B5EF4-FFF2-40B4-BE49-F238E27FC236}">
                <a16:creationId xmlns:a16="http://schemas.microsoft.com/office/drawing/2014/main" id="{BDD41D15-A7BC-5E04-6C50-D052BEE44D8A}"/>
              </a:ext>
            </a:extLst>
          </p:cNvPr>
          <p:cNvPicPr>
            <a:picLocks noChangeAspect="1"/>
          </p:cNvPicPr>
          <p:nvPr/>
        </p:nvPicPr>
        <p:blipFill>
          <a:blip r:embed="rId7"/>
          <a:stretch>
            <a:fillRect/>
          </a:stretch>
        </p:blipFill>
        <p:spPr>
          <a:xfrm>
            <a:off x="2639291" y="9113454"/>
            <a:ext cx="4010892" cy="1081103"/>
          </a:xfrm>
          <a:prstGeom prst="rect">
            <a:avLst/>
          </a:prstGeom>
          <a:ln>
            <a:noFill/>
          </a:ln>
          <a:effectLst>
            <a:outerShdw blurRad="292100" dist="139700" dir="2700000" algn="tl" rotWithShape="0">
              <a:srgbClr val="333333">
                <a:alpha val="65000"/>
              </a:srgbClr>
            </a:outerShdw>
          </a:effectLst>
        </p:spPr>
      </p:pic>
      <p:sp>
        <p:nvSpPr>
          <p:cNvPr id="2" name="Rectangle 1">
            <a:extLst>
              <a:ext uri="{FF2B5EF4-FFF2-40B4-BE49-F238E27FC236}">
                <a16:creationId xmlns:a16="http://schemas.microsoft.com/office/drawing/2014/main" id="{0EF8F3E8-4328-EDA5-B7B8-964060BE2486}"/>
              </a:ext>
            </a:extLst>
          </p:cNvPr>
          <p:cNvSpPr/>
          <p:nvPr/>
        </p:nvSpPr>
        <p:spPr>
          <a:xfrm>
            <a:off x="0" y="8857208"/>
            <a:ext cx="6858000" cy="129820"/>
          </a:xfrm>
          <a:prstGeom prst="rect">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3663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b83e9d4-1f85-4e06-a066-aef1d46ef089}" enabled="1" method="Standard" siteId="{3698556c-48eb-4511-8a0e-5fb6b7ebb01f}" removed="0"/>
</clbl:labelList>
</file>

<file path=docProps/app.xml><?xml version="1.0" encoding="utf-8"?>
<Properties xmlns="http://schemas.openxmlformats.org/officeDocument/2006/extended-properties" xmlns:vt="http://schemas.openxmlformats.org/officeDocument/2006/docPropsVTypes">
  <Template>Office Theme</Template>
  <TotalTime>515</TotalTime>
  <Words>469</Words>
  <Application>Microsoft Office PowerPoint</Application>
  <PresentationFormat>Widescreen</PresentationFormat>
  <Paragraphs>49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Abadi Extra Light</vt: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Ashley Brijmohan</dc:creator>
  <cp:lastModifiedBy>Ashley Brijmohan</cp:lastModifiedBy>
  <cp:revision>1</cp:revision>
  <dcterms:created xsi:type="dcterms:W3CDTF">2023-01-27T14:51:29Z</dcterms:created>
  <dcterms:modified xsi:type="dcterms:W3CDTF">2023-01-31T17:20:26Z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Foot Locker - Internal Use Only</vt:lpwstr>
  </property>
</Properties>
</file>