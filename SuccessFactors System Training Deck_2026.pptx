
<file path=[Content_Types].xml><?xml version="1.0" encoding="utf-8"?>
<Types xmlns="http://schemas.openxmlformats.org/package/2006/content-types">
  <Default Extension="ABDF50B0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9" r:id="rId2"/>
    <p:sldId id="2570" r:id="rId3"/>
    <p:sldId id="2572" r:id="rId4"/>
    <p:sldId id="2575" r:id="rId5"/>
    <p:sldId id="2571" r:id="rId6"/>
    <p:sldId id="303" r:id="rId7"/>
    <p:sldId id="2573" r:id="rId8"/>
    <p:sldId id="25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ccessFactors Training PowerPoint Template" id="{D88BB5E9-DEEF-46F3-98BE-5C785434C338}">
          <p14:sldIdLst>
            <p14:sldId id="2569"/>
          </p14:sldIdLst>
        </p14:section>
        <p14:section name="Training Deck Structure and Design" id="{6EEEFF96-1D8C-4F90-B05B-408CDDBDA5F2}">
          <p14:sldIdLst>
            <p14:sldId id="2570"/>
            <p14:sldId id="2572"/>
            <p14:sldId id="2575"/>
            <p14:sldId id="2571"/>
            <p14:sldId id="303"/>
            <p14:sldId id="2573"/>
            <p14:sldId id="25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11" autoAdjust="0"/>
  </p:normalViewPr>
  <p:slideViewPr>
    <p:cSldViewPr snapToGrid="0">
      <p:cViewPr varScale="1">
        <p:scale>
          <a:sx n="90" d="100"/>
          <a:sy n="90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E6BCA-5631-434B-8A92-ECE9E8AF848E}" type="doc">
      <dgm:prSet loTypeId="urn:microsoft.com/office/officeart/2008/layout/VerticalCurvedList" loCatId="list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A544A8CC-9CDF-4CFE-AE08-C7E44DF79FD5}">
      <dgm:prSet phldrT="[Text]" phldr="0"/>
      <dgm:spPr/>
      <dgm:t>
        <a:bodyPr/>
        <a:lstStyle/>
        <a:p>
          <a:r>
            <a:rPr lang="en-US" dirty="0"/>
            <a:t>Objective Setting</a:t>
          </a:r>
        </a:p>
      </dgm:t>
    </dgm:pt>
    <dgm:pt modelId="{9B356279-646E-413F-9C96-F2BC1DFF9074}" type="parTrans" cxnId="{56A0BCBF-1C2F-463F-99F6-8CD1D047E078}">
      <dgm:prSet/>
      <dgm:spPr/>
      <dgm:t>
        <a:bodyPr/>
        <a:lstStyle/>
        <a:p>
          <a:endParaRPr lang="en-US"/>
        </a:p>
      </dgm:t>
    </dgm:pt>
    <dgm:pt modelId="{5DD70ECE-B247-49E5-91C5-58F1CDDDBB28}" type="sibTrans" cxnId="{56A0BCBF-1C2F-463F-99F6-8CD1D047E078}">
      <dgm:prSet/>
      <dgm:spPr/>
      <dgm:t>
        <a:bodyPr/>
        <a:lstStyle/>
        <a:p>
          <a:endParaRPr lang="en-US"/>
        </a:p>
      </dgm:t>
    </dgm:pt>
    <dgm:pt modelId="{D52A455F-2485-47C4-9DF7-B1F22BA10262}">
      <dgm:prSet phldrT="[Text]" phldr="0"/>
      <dgm:spPr/>
      <dgm:t>
        <a:bodyPr/>
        <a:lstStyle/>
        <a:p>
          <a:r>
            <a:rPr lang="en-US" dirty="0"/>
            <a:t>Development Goals</a:t>
          </a:r>
        </a:p>
      </dgm:t>
    </dgm:pt>
    <dgm:pt modelId="{74080B0B-4609-484F-A92F-F8B1E8AEA73B}" type="parTrans" cxnId="{C5FEDA0B-F1A2-4082-8C77-811810EB9B74}">
      <dgm:prSet/>
      <dgm:spPr/>
      <dgm:t>
        <a:bodyPr/>
        <a:lstStyle/>
        <a:p>
          <a:endParaRPr lang="en-US"/>
        </a:p>
      </dgm:t>
    </dgm:pt>
    <dgm:pt modelId="{7594917B-93E6-4A27-88A6-6E8F93589B3B}" type="sibTrans" cxnId="{C5FEDA0B-F1A2-4082-8C77-811810EB9B74}">
      <dgm:prSet/>
      <dgm:spPr/>
      <dgm:t>
        <a:bodyPr/>
        <a:lstStyle/>
        <a:p>
          <a:endParaRPr lang="en-US"/>
        </a:p>
      </dgm:t>
    </dgm:pt>
    <dgm:pt modelId="{98AC236A-2503-4693-B591-FB30A24D364E}">
      <dgm:prSet phldrT="[Text]" phldr="0"/>
      <dgm:spPr/>
      <dgm:t>
        <a:bodyPr/>
        <a:lstStyle/>
        <a:p>
          <a:r>
            <a:rPr lang="en-US" dirty="0"/>
            <a:t>Mentoring</a:t>
          </a:r>
        </a:p>
      </dgm:t>
    </dgm:pt>
    <dgm:pt modelId="{A0BA5C67-F6E1-4986-BF90-CD6B3059F8E3}" type="parTrans" cxnId="{7E16705D-3D0B-4868-A66D-03CBFAF04BB0}">
      <dgm:prSet/>
      <dgm:spPr/>
      <dgm:t>
        <a:bodyPr/>
        <a:lstStyle/>
        <a:p>
          <a:endParaRPr lang="en-US"/>
        </a:p>
      </dgm:t>
    </dgm:pt>
    <dgm:pt modelId="{680BCCE6-BC85-49FD-A1CE-9A5B89FC4DA8}" type="sibTrans" cxnId="{7E16705D-3D0B-4868-A66D-03CBFAF04BB0}">
      <dgm:prSet/>
      <dgm:spPr/>
      <dgm:t>
        <a:bodyPr/>
        <a:lstStyle/>
        <a:p>
          <a:endParaRPr lang="en-US"/>
        </a:p>
      </dgm:t>
    </dgm:pt>
    <dgm:pt modelId="{8DAEBBCA-EF22-4DBB-AA53-C3E299EB3485}">
      <dgm:prSet phldrT="[Text]" phldr="0"/>
      <dgm:spPr/>
      <dgm:t>
        <a:bodyPr/>
        <a:lstStyle/>
        <a:p>
          <a:r>
            <a:rPr lang="en-US" dirty="0"/>
            <a:t>Year-End Performance Management</a:t>
          </a:r>
        </a:p>
      </dgm:t>
    </dgm:pt>
    <dgm:pt modelId="{2D08A6B7-F407-4CF7-B0D7-8B8B45D9F9F3}" type="parTrans" cxnId="{ACECB491-314F-4CB5-AE85-829D67AFE754}">
      <dgm:prSet/>
      <dgm:spPr/>
      <dgm:t>
        <a:bodyPr/>
        <a:lstStyle/>
        <a:p>
          <a:endParaRPr lang="en-US"/>
        </a:p>
      </dgm:t>
    </dgm:pt>
    <dgm:pt modelId="{1062CB93-5C54-4B7B-80BC-8DCD51F3AAC5}" type="sibTrans" cxnId="{ACECB491-314F-4CB5-AE85-829D67AFE754}">
      <dgm:prSet/>
      <dgm:spPr/>
      <dgm:t>
        <a:bodyPr/>
        <a:lstStyle/>
        <a:p>
          <a:endParaRPr lang="en-US"/>
        </a:p>
      </dgm:t>
    </dgm:pt>
    <dgm:pt modelId="{082D639F-F8D0-4C68-B2B4-CBB19B6E738E}">
      <dgm:prSet phldrT="[Text]" phldr="0"/>
      <dgm:spPr/>
      <dgm:t>
        <a:bodyPr/>
        <a:lstStyle/>
        <a:p>
          <a:r>
            <a:rPr lang="en-US" dirty="0"/>
            <a:t>Year-End Compensation Planning</a:t>
          </a:r>
        </a:p>
      </dgm:t>
    </dgm:pt>
    <dgm:pt modelId="{BD7DF4A3-D212-4DF1-B1B7-CAFA397267EA}" type="parTrans" cxnId="{F05C41C2-0440-46CC-B182-14EA53B99B55}">
      <dgm:prSet/>
      <dgm:spPr/>
      <dgm:t>
        <a:bodyPr/>
        <a:lstStyle/>
        <a:p>
          <a:endParaRPr lang="en-US"/>
        </a:p>
      </dgm:t>
    </dgm:pt>
    <dgm:pt modelId="{0A4EB286-8362-41CA-87C6-A10C185B9BB6}" type="sibTrans" cxnId="{F05C41C2-0440-46CC-B182-14EA53B99B55}">
      <dgm:prSet/>
      <dgm:spPr/>
      <dgm:t>
        <a:bodyPr/>
        <a:lstStyle/>
        <a:p>
          <a:endParaRPr lang="en-US"/>
        </a:p>
      </dgm:t>
    </dgm:pt>
    <dgm:pt modelId="{CFE4A993-1044-4955-A7A8-E678C79473D7}">
      <dgm:prSet phldrT="[Text]" phldr="0"/>
      <dgm:spPr/>
      <dgm:t>
        <a:bodyPr/>
        <a:lstStyle/>
        <a:p>
          <a:r>
            <a:rPr lang="en-US" dirty="0"/>
            <a:t>Talent Reviews</a:t>
          </a:r>
        </a:p>
      </dgm:t>
    </dgm:pt>
    <dgm:pt modelId="{02307185-F10A-4594-9F4A-AD38AB8CC094}" type="parTrans" cxnId="{974F4800-F7CA-4FA0-9067-6A0CD1EE1E95}">
      <dgm:prSet/>
      <dgm:spPr/>
      <dgm:t>
        <a:bodyPr/>
        <a:lstStyle/>
        <a:p>
          <a:endParaRPr lang="en-US"/>
        </a:p>
      </dgm:t>
    </dgm:pt>
    <dgm:pt modelId="{4A396981-2A49-4B2D-9C78-97B235EAE77D}" type="sibTrans" cxnId="{974F4800-F7CA-4FA0-9067-6A0CD1EE1E95}">
      <dgm:prSet/>
      <dgm:spPr/>
      <dgm:t>
        <a:bodyPr/>
        <a:lstStyle/>
        <a:p>
          <a:endParaRPr lang="en-US"/>
        </a:p>
      </dgm:t>
    </dgm:pt>
    <dgm:pt modelId="{DF962F58-868B-4EFE-B508-967A7B7E0111}">
      <dgm:prSet phldrT="[Text]" phldr="0"/>
      <dgm:spPr/>
      <dgm:t>
        <a:bodyPr/>
        <a:lstStyle/>
        <a:p>
          <a:r>
            <a:rPr lang="en-US" dirty="0"/>
            <a:t>Succession Planning</a:t>
          </a:r>
        </a:p>
      </dgm:t>
    </dgm:pt>
    <dgm:pt modelId="{E02B335A-F0A6-49B2-94BF-98493CBA773D}" type="parTrans" cxnId="{84BDB4BE-3218-4151-A61F-1C2F9DB00439}">
      <dgm:prSet/>
      <dgm:spPr/>
      <dgm:t>
        <a:bodyPr/>
        <a:lstStyle/>
        <a:p>
          <a:endParaRPr lang="en-US"/>
        </a:p>
      </dgm:t>
    </dgm:pt>
    <dgm:pt modelId="{144375F0-93D1-47CB-A142-F1B0C40ABC18}" type="sibTrans" cxnId="{84BDB4BE-3218-4151-A61F-1C2F9DB00439}">
      <dgm:prSet/>
      <dgm:spPr/>
      <dgm:t>
        <a:bodyPr/>
        <a:lstStyle/>
        <a:p>
          <a:endParaRPr lang="en-US"/>
        </a:p>
      </dgm:t>
    </dgm:pt>
    <dgm:pt modelId="{70A4F8EB-1D89-42F9-BC1C-021D05815ABC}" type="pres">
      <dgm:prSet presAssocID="{E16E6BCA-5631-434B-8A92-ECE9E8AF848E}" presName="Name0" presStyleCnt="0">
        <dgm:presLayoutVars>
          <dgm:chMax val="7"/>
          <dgm:chPref val="7"/>
          <dgm:dir/>
        </dgm:presLayoutVars>
      </dgm:prSet>
      <dgm:spPr/>
    </dgm:pt>
    <dgm:pt modelId="{AC22A424-D71F-4338-B7D4-169EF8C95066}" type="pres">
      <dgm:prSet presAssocID="{E16E6BCA-5631-434B-8A92-ECE9E8AF848E}" presName="Name1" presStyleCnt="0"/>
      <dgm:spPr/>
    </dgm:pt>
    <dgm:pt modelId="{200465A0-F06B-443E-A206-CD1B0F7F905C}" type="pres">
      <dgm:prSet presAssocID="{E16E6BCA-5631-434B-8A92-ECE9E8AF848E}" presName="cycle" presStyleCnt="0"/>
      <dgm:spPr/>
    </dgm:pt>
    <dgm:pt modelId="{CB32B525-2AB4-4F33-96F7-9898E7551466}" type="pres">
      <dgm:prSet presAssocID="{E16E6BCA-5631-434B-8A92-ECE9E8AF848E}" presName="srcNode" presStyleLbl="node1" presStyleIdx="0" presStyleCnt="7"/>
      <dgm:spPr/>
    </dgm:pt>
    <dgm:pt modelId="{A5EB204A-6A04-49EE-A86E-CA4DC17476DB}" type="pres">
      <dgm:prSet presAssocID="{E16E6BCA-5631-434B-8A92-ECE9E8AF848E}" presName="conn" presStyleLbl="parChTrans1D2" presStyleIdx="0" presStyleCnt="1"/>
      <dgm:spPr/>
    </dgm:pt>
    <dgm:pt modelId="{FE11BDEE-0880-4906-AA0A-CC53B70AF63E}" type="pres">
      <dgm:prSet presAssocID="{E16E6BCA-5631-434B-8A92-ECE9E8AF848E}" presName="extraNode" presStyleLbl="node1" presStyleIdx="0" presStyleCnt="7"/>
      <dgm:spPr/>
    </dgm:pt>
    <dgm:pt modelId="{39E10A18-D7B3-4DA6-9449-ED0F829292BE}" type="pres">
      <dgm:prSet presAssocID="{E16E6BCA-5631-434B-8A92-ECE9E8AF848E}" presName="dstNode" presStyleLbl="node1" presStyleIdx="0" presStyleCnt="7"/>
      <dgm:spPr/>
    </dgm:pt>
    <dgm:pt modelId="{A2A09EDB-B9A1-4D3D-8B2A-2C0890E58745}" type="pres">
      <dgm:prSet presAssocID="{A544A8CC-9CDF-4CFE-AE08-C7E44DF79FD5}" presName="text_1" presStyleLbl="node1" presStyleIdx="0" presStyleCnt="7">
        <dgm:presLayoutVars>
          <dgm:bulletEnabled val="1"/>
        </dgm:presLayoutVars>
      </dgm:prSet>
      <dgm:spPr/>
    </dgm:pt>
    <dgm:pt modelId="{8D762296-4148-4586-91B8-20DF03BC73AE}" type="pres">
      <dgm:prSet presAssocID="{A544A8CC-9CDF-4CFE-AE08-C7E44DF79FD5}" presName="accent_1" presStyleCnt="0"/>
      <dgm:spPr/>
    </dgm:pt>
    <dgm:pt modelId="{451D5307-70AC-498B-B8DB-3790A8533E28}" type="pres">
      <dgm:prSet presAssocID="{A544A8CC-9CDF-4CFE-AE08-C7E44DF79FD5}" presName="accentRepeatNode" presStyleLbl="solidFgAcc1" presStyleIdx="0" presStyleCnt="7"/>
      <dgm:spPr/>
    </dgm:pt>
    <dgm:pt modelId="{80339A13-B04E-43D6-8988-71F55297A51A}" type="pres">
      <dgm:prSet presAssocID="{D52A455F-2485-47C4-9DF7-B1F22BA10262}" presName="text_2" presStyleLbl="node1" presStyleIdx="1" presStyleCnt="7">
        <dgm:presLayoutVars>
          <dgm:bulletEnabled val="1"/>
        </dgm:presLayoutVars>
      </dgm:prSet>
      <dgm:spPr/>
    </dgm:pt>
    <dgm:pt modelId="{782968DF-80AA-4800-A50D-FAE6FEB16569}" type="pres">
      <dgm:prSet presAssocID="{D52A455F-2485-47C4-9DF7-B1F22BA10262}" presName="accent_2" presStyleCnt="0"/>
      <dgm:spPr/>
    </dgm:pt>
    <dgm:pt modelId="{95DD5571-61F0-488D-AC27-F315A2E5ABAE}" type="pres">
      <dgm:prSet presAssocID="{D52A455F-2485-47C4-9DF7-B1F22BA10262}" presName="accentRepeatNode" presStyleLbl="solidFgAcc1" presStyleIdx="1" presStyleCnt="7"/>
      <dgm:spPr/>
    </dgm:pt>
    <dgm:pt modelId="{D9C2E129-D728-49D3-AC78-660BA6823FB0}" type="pres">
      <dgm:prSet presAssocID="{98AC236A-2503-4693-B591-FB30A24D364E}" presName="text_3" presStyleLbl="node1" presStyleIdx="2" presStyleCnt="7">
        <dgm:presLayoutVars>
          <dgm:bulletEnabled val="1"/>
        </dgm:presLayoutVars>
      </dgm:prSet>
      <dgm:spPr/>
    </dgm:pt>
    <dgm:pt modelId="{E10AE66C-6640-4FFC-BE64-0EAE23CCB0C1}" type="pres">
      <dgm:prSet presAssocID="{98AC236A-2503-4693-B591-FB30A24D364E}" presName="accent_3" presStyleCnt="0"/>
      <dgm:spPr/>
    </dgm:pt>
    <dgm:pt modelId="{52AF6E10-0B78-4BD1-A03B-5639D43DF48F}" type="pres">
      <dgm:prSet presAssocID="{98AC236A-2503-4693-B591-FB30A24D364E}" presName="accentRepeatNode" presStyleLbl="solidFgAcc1" presStyleIdx="2" presStyleCnt="7"/>
      <dgm:spPr/>
    </dgm:pt>
    <dgm:pt modelId="{18F50A57-7250-42CE-B9B7-5E0B3CA52C4B}" type="pres">
      <dgm:prSet presAssocID="{8DAEBBCA-EF22-4DBB-AA53-C3E299EB3485}" presName="text_4" presStyleLbl="node1" presStyleIdx="3" presStyleCnt="7">
        <dgm:presLayoutVars>
          <dgm:bulletEnabled val="1"/>
        </dgm:presLayoutVars>
      </dgm:prSet>
      <dgm:spPr/>
    </dgm:pt>
    <dgm:pt modelId="{AD8F91D6-80F7-4C03-862A-39C360486FA1}" type="pres">
      <dgm:prSet presAssocID="{8DAEBBCA-EF22-4DBB-AA53-C3E299EB3485}" presName="accent_4" presStyleCnt="0"/>
      <dgm:spPr/>
    </dgm:pt>
    <dgm:pt modelId="{97D0A652-A6BC-4078-8F33-7CC207A6F249}" type="pres">
      <dgm:prSet presAssocID="{8DAEBBCA-EF22-4DBB-AA53-C3E299EB3485}" presName="accentRepeatNode" presStyleLbl="solidFgAcc1" presStyleIdx="3" presStyleCnt="7"/>
      <dgm:spPr/>
    </dgm:pt>
    <dgm:pt modelId="{2726C339-E365-4E96-A1F2-6F9411C1D7A2}" type="pres">
      <dgm:prSet presAssocID="{082D639F-F8D0-4C68-B2B4-CBB19B6E738E}" presName="text_5" presStyleLbl="node1" presStyleIdx="4" presStyleCnt="7">
        <dgm:presLayoutVars>
          <dgm:bulletEnabled val="1"/>
        </dgm:presLayoutVars>
      </dgm:prSet>
      <dgm:spPr/>
    </dgm:pt>
    <dgm:pt modelId="{90FED6B5-FB72-4327-B17E-1E2445D676C3}" type="pres">
      <dgm:prSet presAssocID="{082D639F-F8D0-4C68-B2B4-CBB19B6E738E}" presName="accent_5" presStyleCnt="0"/>
      <dgm:spPr/>
    </dgm:pt>
    <dgm:pt modelId="{F7607CD1-A064-4D7C-A989-D9EBA4C81F3B}" type="pres">
      <dgm:prSet presAssocID="{082D639F-F8D0-4C68-B2B4-CBB19B6E738E}" presName="accentRepeatNode" presStyleLbl="solidFgAcc1" presStyleIdx="4" presStyleCnt="7"/>
      <dgm:spPr/>
    </dgm:pt>
    <dgm:pt modelId="{923719CB-A648-4B91-8539-ACF16AF77D21}" type="pres">
      <dgm:prSet presAssocID="{CFE4A993-1044-4955-A7A8-E678C79473D7}" presName="text_6" presStyleLbl="node1" presStyleIdx="5" presStyleCnt="7">
        <dgm:presLayoutVars>
          <dgm:bulletEnabled val="1"/>
        </dgm:presLayoutVars>
      </dgm:prSet>
      <dgm:spPr/>
    </dgm:pt>
    <dgm:pt modelId="{139FF970-8359-4873-B96E-19A495B84498}" type="pres">
      <dgm:prSet presAssocID="{CFE4A993-1044-4955-A7A8-E678C79473D7}" presName="accent_6" presStyleCnt="0"/>
      <dgm:spPr/>
    </dgm:pt>
    <dgm:pt modelId="{881F3B5D-541C-4A86-8176-D4B56552B2F4}" type="pres">
      <dgm:prSet presAssocID="{CFE4A993-1044-4955-A7A8-E678C79473D7}" presName="accentRepeatNode" presStyleLbl="solidFgAcc1" presStyleIdx="5" presStyleCnt="7"/>
      <dgm:spPr/>
    </dgm:pt>
    <dgm:pt modelId="{9BD9D4EC-1D51-4A0C-BFD5-D0E3BAA4F028}" type="pres">
      <dgm:prSet presAssocID="{DF962F58-868B-4EFE-B508-967A7B7E0111}" presName="text_7" presStyleLbl="node1" presStyleIdx="6" presStyleCnt="7">
        <dgm:presLayoutVars>
          <dgm:bulletEnabled val="1"/>
        </dgm:presLayoutVars>
      </dgm:prSet>
      <dgm:spPr/>
    </dgm:pt>
    <dgm:pt modelId="{1BD13BC2-820B-439C-A93F-CEAA8E5182A9}" type="pres">
      <dgm:prSet presAssocID="{DF962F58-868B-4EFE-B508-967A7B7E0111}" presName="accent_7" presStyleCnt="0"/>
      <dgm:spPr/>
    </dgm:pt>
    <dgm:pt modelId="{84FB673A-D9C2-4E10-BD56-5ED7869AD129}" type="pres">
      <dgm:prSet presAssocID="{DF962F58-868B-4EFE-B508-967A7B7E0111}" presName="accentRepeatNode" presStyleLbl="solidFgAcc1" presStyleIdx="6" presStyleCnt="7"/>
      <dgm:spPr/>
    </dgm:pt>
  </dgm:ptLst>
  <dgm:cxnLst>
    <dgm:cxn modelId="{974F4800-F7CA-4FA0-9067-6A0CD1EE1E95}" srcId="{E16E6BCA-5631-434B-8A92-ECE9E8AF848E}" destId="{CFE4A993-1044-4955-A7A8-E678C79473D7}" srcOrd="5" destOrd="0" parTransId="{02307185-F10A-4594-9F4A-AD38AB8CC094}" sibTransId="{4A396981-2A49-4B2D-9C78-97B235EAE77D}"/>
    <dgm:cxn modelId="{C5FEDA0B-F1A2-4082-8C77-811810EB9B74}" srcId="{E16E6BCA-5631-434B-8A92-ECE9E8AF848E}" destId="{D52A455F-2485-47C4-9DF7-B1F22BA10262}" srcOrd="1" destOrd="0" parTransId="{74080B0B-4609-484F-A92F-F8B1E8AEA73B}" sibTransId="{7594917B-93E6-4A27-88A6-6E8F93589B3B}"/>
    <dgm:cxn modelId="{973F9921-1DD6-4E48-AC9D-BD7C8A36DF87}" type="presOf" srcId="{CFE4A993-1044-4955-A7A8-E678C79473D7}" destId="{923719CB-A648-4B91-8539-ACF16AF77D21}" srcOrd="0" destOrd="0" presId="urn:microsoft.com/office/officeart/2008/layout/VerticalCurvedList"/>
    <dgm:cxn modelId="{F75B5924-AEF1-4FB1-9AC8-E936C5263CFB}" type="presOf" srcId="{8DAEBBCA-EF22-4DBB-AA53-C3E299EB3485}" destId="{18F50A57-7250-42CE-B9B7-5E0B3CA52C4B}" srcOrd="0" destOrd="0" presId="urn:microsoft.com/office/officeart/2008/layout/VerticalCurvedList"/>
    <dgm:cxn modelId="{7E16705D-3D0B-4868-A66D-03CBFAF04BB0}" srcId="{E16E6BCA-5631-434B-8A92-ECE9E8AF848E}" destId="{98AC236A-2503-4693-B591-FB30A24D364E}" srcOrd="2" destOrd="0" parTransId="{A0BA5C67-F6E1-4986-BF90-CD6B3059F8E3}" sibTransId="{680BCCE6-BC85-49FD-A1CE-9A5B89FC4DA8}"/>
    <dgm:cxn modelId="{DC338067-F080-42FF-ADED-2BA436F4ABF1}" type="presOf" srcId="{082D639F-F8D0-4C68-B2B4-CBB19B6E738E}" destId="{2726C339-E365-4E96-A1F2-6F9411C1D7A2}" srcOrd="0" destOrd="0" presId="urn:microsoft.com/office/officeart/2008/layout/VerticalCurvedList"/>
    <dgm:cxn modelId="{6492C176-E629-49AA-B666-BFD9EDA86E36}" type="presOf" srcId="{E16E6BCA-5631-434B-8A92-ECE9E8AF848E}" destId="{70A4F8EB-1D89-42F9-BC1C-021D05815ABC}" srcOrd="0" destOrd="0" presId="urn:microsoft.com/office/officeart/2008/layout/VerticalCurvedList"/>
    <dgm:cxn modelId="{1BBE158F-0963-45E4-92E0-F2516CC38148}" type="presOf" srcId="{D52A455F-2485-47C4-9DF7-B1F22BA10262}" destId="{80339A13-B04E-43D6-8988-71F55297A51A}" srcOrd="0" destOrd="0" presId="urn:microsoft.com/office/officeart/2008/layout/VerticalCurvedList"/>
    <dgm:cxn modelId="{ACECB491-314F-4CB5-AE85-829D67AFE754}" srcId="{E16E6BCA-5631-434B-8A92-ECE9E8AF848E}" destId="{8DAEBBCA-EF22-4DBB-AA53-C3E299EB3485}" srcOrd="3" destOrd="0" parTransId="{2D08A6B7-F407-4CF7-B0D7-8B8B45D9F9F3}" sibTransId="{1062CB93-5C54-4B7B-80BC-8DCD51F3AAC5}"/>
    <dgm:cxn modelId="{84BDB4BE-3218-4151-A61F-1C2F9DB00439}" srcId="{E16E6BCA-5631-434B-8A92-ECE9E8AF848E}" destId="{DF962F58-868B-4EFE-B508-967A7B7E0111}" srcOrd="6" destOrd="0" parTransId="{E02B335A-F0A6-49B2-94BF-98493CBA773D}" sibTransId="{144375F0-93D1-47CB-A142-F1B0C40ABC18}"/>
    <dgm:cxn modelId="{56A0BCBF-1C2F-463F-99F6-8CD1D047E078}" srcId="{E16E6BCA-5631-434B-8A92-ECE9E8AF848E}" destId="{A544A8CC-9CDF-4CFE-AE08-C7E44DF79FD5}" srcOrd="0" destOrd="0" parTransId="{9B356279-646E-413F-9C96-F2BC1DFF9074}" sibTransId="{5DD70ECE-B247-49E5-91C5-58F1CDDDBB28}"/>
    <dgm:cxn modelId="{F05C41C2-0440-46CC-B182-14EA53B99B55}" srcId="{E16E6BCA-5631-434B-8A92-ECE9E8AF848E}" destId="{082D639F-F8D0-4C68-B2B4-CBB19B6E738E}" srcOrd="4" destOrd="0" parTransId="{BD7DF4A3-D212-4DF1-B1B7-CAFA397267EA}" sibTransId="{0A4EB286-8362-41CA-87C6-A10C185B9BB6}"/>
    <dgm:cxn modelId="{794928CE-C567-43DE-A83F-96810AD41B84}" type="presOf" srcId="{DF962F58-868B-4EFE-B508-967A7B7E0111}" destId="{9BD9D4EC-1D51-4A0C-BFD5-D0E3BAA4F028}" srcOrd="0" destOrd="0" presId="urn:microsoft.com/office/officeart/2008/layout/VerticalCurvedList"/>
    <dgm:cxn modelId="{08155FEC-C012-4F4C-9191-F4261901F0E9}" type="presOf" srcId="{5DD70ECE-B247-49E5-91C5-58F1CDDDBB28}" destId="{A5EB204A-6A04-49EE-A86E-CA4DC17476DB}" srcOrd="0" destOrd="0" presId="urn:microsoft.com/office/officeart/2008/layout/VerticalCurvedList"/>
    <dgm:cxn modelId="{8ADF02ED-85B0-47F9-BFFA-4092E3CFDA20}" type="presOf" srcId="{98AC236A-2503-4693-B591-FB30A24D364E}" destId="{D9C2E129-D728-49D3-AC78-660BA6823FB0}" srcOrd="0" destOrd="0" presId="urn:microsoft.com/office/officeart/2008/layout/VerticalCurvedList"/>
    <dgm:cxn modelId="{E3E98BFA-485A-41EE-AE66-F696E4182096}" type="presOf" srcId="{A544A8CC-9CDF-4CFE-AE08-C7E44DF79FD5}" destId="{A2A09EDB-B9A1-4D3D-8B2A-2C0890E58745}" srcOrd="0" destOrd="0" presId="urn:microsoft.com/office/officeart/2008/layout/VerticalCurvedList"/>
    <dgm:cxn modelId="{4A1360F6-88CF-4861-88BF-04794BB5CFDB}" type="presParOf" srcId="{70A4F8EB-1D89-42F9-BC1C-021D05815ABC}" destId="{AC22A424-D71F-4338-B7D4-169EF8C95066}" srcOrd="0" destOrd="0" presId="urn:microsoft.com/office/officeart/2008/layout/VerticalCurvedList"/>
    <dgm:cxn modelId="{902E3B3C-421B-45A7-BA84-7B1EF135EB67}" type="presParOf" srcId="{AC22A424-D71F-4338-B7D4-169EF8C95066}" destId="{200465A0-F06B-443E-A206-CD1B0F7F905C}" srcOrd="0" destOrd="0" presId="urn:microsoft.com/office/officeart/2008/layout/VerticalCurvedList"/>
    <dgm:cxn modelId="{212405C4-7AE9-4F5C-ACCF-364052FF7E7E}" type="presParOf" srcId="{200465A0-F06B-443E-A206-CD1B0F7F905C}" destId="{CB32B525-2AB4-4F33-96F7-9898E7551466}" srcOrd="0" destOrd="0" presId="urn:microsoft.com/office/officeart/2008/layout/VerticalCurvedList"/>
    <dgm:cxn modelId="{ACDBB2BD-09E9-4B2E-A668-60B391A798B2}" type="presParOf" srcId="{200465A0-F06B-443E-A206-CD1B0F7F905C}" destId="{A5EB204A-6A04-49EE-A86E-CA4DC17476DB}" srcOrd="1" destOrd="0" presId="urn:microsoft.com/office/officeart/2008/layout/VerticalCurvedList"/>
    <dgm:cxn modelId="{F3B4139B-8CA7-4E98-8039-6131360DB592}" type="presParOf" srcId="{200465A0-F06B-443E-A206-CD1B0F7F905C}" destId="{FE11BDEE-0880-4906-AA0A-CC53B70AF63E}" srcOrd="2" destOrd="0" presId="urn:microsoft.com/office/officeart/2008/layout/VerticalCurvedList"/>
    <dgm:cxn modelId="{501936F3-04CE-448B-86B1-8F66E566B5F2}" type="presParOf" srcId="{200465A0-F06B-443E-A206-CD1B0F7F905C}" destId="{39E10A18-D7B3-4DA6-9449-ED0F829292BE}" srcOrd="3" destOrd="0" presId="urn:microsoft.com/office/officeart/2008/layout/VerticalCurvedList"/>
    <dgm:cxn modelId="{D2AB1624-D841-44A8-A7B6-5EA6DA5C8B3D}" type="presParOf" srcId="{AC22A424-D71F-4338-B7D4-169EF8C95066}" destId="{A2A09EDB-B9A1-4D3D-8B2A-2C0890E58745}" srcOrd="1" destOrd="0" presId="urn:microsoft.com/office/officeart/2008/layout/VerticalCurvedList"/>
    <dgm:cxn modelId="{11BF3412-86E1-41E9-957A-85D38E8C384C}" type="presParOf" srcId="{AC22A424-D71F-4338-B7D4-169EF8C95066}" destId="{8D762296-4148-4586-91B8-20DF03BC73AE}" srcOrd="2" destOrd="0" presId="urn:microsoft.com/office/officeart/2008/layout/VerticalCurvedList"/>
    <dgm:cxn modelId="{37A10898-5978-4687-ADE5-20F3BBE2EDA6}" type="presParOf" srcId="{8D762296-4148-4586-91B8-20DF03BC73AE}" destId="{451D5307-70AC-498B-B8DB-3790A8533E28}" srcOrd="0" destOrd="0" presId="urn:microsoft.com/office/officeart/2008/layout/VerticalCurvedList"/>
    <dgm:cxn modelId="{AA419B96-CF69-4FE4-A462-D2F7B8B5E24A}" type="presParOf" srcId="{AC22A424-D71F-4338-B7D4-169EF8C95066}" destId="{80339A13-B04E-43D6-8988-71F55297A51A}" srcOrd="3" destOrd="0" presId="urn:microsoft.com/office/officeart/2008/layout/VerticalCurvedList"/>
    <dgm:cxn modelId="{0AD5C586-C72E-42A0-91EA-954BED3C7DB9}" type="presParOf" srcId="{AC22A424-D71F-4338-B7D4-169EF8C95066}" destId="{782968DF-80AA-4800-A50D-FAE6FEB16569}" srcOrd="4" destOrd="0" presId="urn:microsoft.com/office/officeart/2008/layout/VerticalCurvedList"/>
    <dgm:cxn modelId="{F6DCF2D5-F4F8-4BA6-A084-BBDFB83A7460}" type="presParOf" srcId="{782968DF-80AA-4800-A50D-FAE6FEB16569}" destId="{95DD5571-61F0-488D-AC27-F315A2E5ABAE}" srcOrd="0" destOrd="0" presId="urn:microsoft.com/office/officeart/2008/layout/VerticalCurvedList"/>
    <dgm:cxn modelId="{C3AA217A-3969-4531-ACC6-AC8C10BA484B}" type="presParOf" srcId="{AC22A424-D71F-4338-B7D4-169EF8C95066}" destId="{D9C2E129-D728-49D3-AC78-660BA6823FB0}" srcOrd="5" destOrd="0" presId="urn:microsoft.com/office/officeart/2008/layout/VerticalCurvedList"/>
    <dgm:cxn modelId="{BA093882-DFCF-4847-974A-3B72645BDC37}" type="presParOf" srcId="{AC22A424-D71F-4338-B7D4-169EF8C95066}" destId="{E10AE66C-6640-4FFC-BE64-0EAE23CCB0C1}" srcOrd="6" destOrd="0" presId="urn:microsoft.com/office/officeart/2008/layout/VerticalCurvedList"/>
    <dgm:cxn modelId="{E59E5BC5-F901-4E20-BF84-721BFA7763B8}" type="presParOf" srcId="{E10AE66C-6640-4FFC-BE64-0EAE23CCB0C1}" destId="{52AF6E10-0B78-4BD1-A03B-5639D43DF48F}" srcOrd="0" destOrd="0" presId="urn:microsoft.com/office/officeart/2008/layout/VerticalCurvedList"/>
    <dgm:cxn modelId="{DFB6AAD8-7444-4E79-92D2-AC0CB541C2F8}" type="presParOf" srcId="{AC22A424-D71F-4338-B7D4-169EF8C95066}" destId="{18F50A57-7250-42CE-B9B7-5E0B3CA52C4B}" srcOrd="7" destOrd="0" presId="urn:microsoft.com/office/officeart/2008/layout/VerticalCurvedList"/>
    <dgm:cxn modelId="{70ECB56B-7513-4F9A-836C-7ECD5029C203}" type="presParOf" srcId="{AC22A424-D71F-4338-B7D4-169EF8C95066}" destId="{AD8F91D6-80F7-4C03-862A-39C360486FA1}" srcOrd="8" destOrd="0" presId="urn:microsoft.com/office/officeart/2008/layout/VerticalCurvedList"/>
    <dgm:cxn modelId="{076A1670-9200-4126-9CFF-DCEAA0BE1963}" type="presParOf" srcId="{AD8F91D6-80F7-4C03-862A-39C360486FA1}" destId="{97D0A652-A6BC-4078-8F33-7CC207A6F249}" srcOrd="0" destOrd="0" presId="urn:microsoft.com/office/officeart/2008/layout/VerticalCurvedList"/>
    <dgm:cxn modelId="{7B87B981-DF16-4847-B6EF-B67EBADE7D80}" type="presParOf" srcId="{AC22A424-D71F-4338-B7D4-169EF8C95066}" destId="{2726C339-E365-4E96-A1F2-6F9411C1D7A2}" srcOrd="9" destOrd="0" presId="urn:microsoft.com/office/officeart/2008/layout/VerticalCurvedList"/>
    <dgm:cxn modelId="{37911ED0-3A0C-4A15-8DAE-DC149C288EC8}" type="presParOf" srcId="{AC22A424-D71F-4338-B7D4-169EF8C95066}" destId="{90FED6B5-FB72-4327-B17E-1E2445D676C3}" srcOrd="10" destOrd="0" presId="urn:microsoft.com/office/officeart/2008/layout/VerticalCurvedList"/>
    <dgm:cxn modelId="{5AE67667-8277-4E3A-81E7-A7E6D272A230}" type="presParOf" srcId="{90FED6B5-FB72-4327-B17E-1E2445D676C3}" destId="{F7607CD1-A064-4D7C-A989-D9EBA4C81F3B}" srcOrd="0" destOrd="0" presId="urn:microsoft.com/office/officeart/2008/layout/VerticalCurvedList"/>
    <dgm:cxn modelId="{91B9928D-E4B4-47D5-89E1-8913C0E50A0A}" type="presParOf" srcId="{AC22A424-D71F-4338-B7D4-169EF8C95066}" destId="{923719CB-A648-4B91-8539-ACF16AF77D21}" srcOrd="11" destOrd="0" presId="urn:microsoft.com/office/officeart/2008/layout/VerticalCurvedList"/>
    <dgm:cxn modelId="{995BB208-9ECC-4204-931E-25F7CE3D274F}" type="presParOf" srcId="{AC22A424-D71F-4338-B7D4-169EF8C95066}" destId="{139FF970-8359-4873-B96E-19A495B84498}" srcOrd="12" destOrd="0" presId="urn:microsoft.com/office/officeart/2008/layout/VerticalCurvedList"/>
    <dgm:cxn modelId="{80764656-C216-4BCD-AFEE-6CC95C816A7F}" type="presParOf" srcId="{139FF970-8359-4873-B96E-19A495B84498}" destId="{881F3B5D-541C-4A86-8176-D4B56552B2F4}" srcOrd="0" destOrd="0" presId="urn:microsoft.com/office/officeart/2008/layout/VerticalCurvedList"/>
    <dgm:cxn modelId="{B8AF5C3B-1B85-4BE3-AC92-9B592083898F}" type="presParOf" srcId="{AC22A424-D71F-4338-B7D4-169EF8C95066}" destId="{9BD9D4EC-1D51-4A0C-BFD5-D0E3BAA4F028}" srcOrd="13" destOrd="0" presId="urn:microsoft.com/office/officeart/2008/layout/VerticalCurvedList"/>
    <dgm:cxn modelId="{FBD83AF4-0FD6-436B-8889-C15C1FD9F709}" type="presParOf" srcId="{AC22A424-D71F-4338-B7D4-169EF8C95066}" destId="{1BD13BC2-820B-439C-A93F-CEAA8E5182A9}" srcOrd="14" destOrd="0" presId="urn:microsoft.com/office/officeart/2008/layout/VerticalCurvedList"/>
    <dgm:cxn modelId="{6FAF7B6F-4888-40B7-A038-FB0D2736A15A}" type="presParOf" srcId="{1BD13BC2-820B-439C-A93F-CEAA8E5182A9}" destId="{84FB673A-D9C2-4E10-BD56-5ED7869AD1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B204A-6A04-49EE-A86E-CA4DC17476DB}">
      <dsp:nvSpPr>
        <dsp:cNvPr id="0" name=""/>
        <dsp:cNvSpPr/>
      </dsp:nvSpPr>
      <dsp:spPr>
        <a:xfrm>
          <a:off x="-5889717" y="-901908"/>
          <a:ext cx="7016077" cy="7016077"/>
        </a:xfrm>
        <a:prstGeom prst="blockArc">
          <a:avLst>
            <a:gd name="adj1" fmla="val 18900000"/>
            <a:gd name="adj2" fmla="val 2700000"/>
            <a:gd name="adj3" fmla="val 308"/>
          </a:avLst>
        </a:pr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A09EDB-B9A1-4D3D-8B2A-2C0890E58745}">
      <dsp:nvSpPr>
        <dsp:cNvPr id="0" name=""/>
        <dsp:cNvSpPr/>
      </dsp:nvSpPr>
      <dsp:spPr>
        <a:xfrm>
          <a:off x="365640" y="236949"/>
          <a:ext cx="4071502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Objective Setting</a:t>
          </a:r>
        </a:p>
      </dsp:txBody>
      <dsp:txXfrm>
        <a:off x="365640" y="236949"/>
        <a:ext cx="4071502" cy="473690"/>
      </dsp:txXfrm>
    </dsp:sp>
    <dsp:sp modelId="{451D5307-70AC-498B-B8DB-3790A8533E28}">
      <dsp:nvSpPr>
        <dsp:cNvPr id="0" name=""/>
        <dsp:cNvSpPr/>
      </dsp:nvSpPr>
      <dsp:spPr>
        <a:xfrm>
          <a:off x="69583" y="177738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39A13-B04E-43D6-8988-71F55297A51A}">
      <dsp:nvSpPr>
        <dsp:cNvPr id="0" name=""/>
        <dsp:cNvSpPr/>
      </dsp:nvSpPr>
      <dsp:spPr>
        <a:xfrm>
          <a:off x="794609" y="947901"/>
          <a:ext cx="3642533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Development Goals</a:t>
          </a:r>
        </a:p>
      </dsp:txBody>
      <dsp:txXfrm>
        <a:off x="794609" y="947901"/>
        <a:ext cx="3642533" cy="473690"/>
      </dsp:txXfrm>
    </dsp:sp>
    <dsp:sp modelId="{95DD5571-61F0-488D-AC27-F315A2E5ABAE}">
      <dsp:nvSpPr>
        <dsp:cNvPr id="0" name=""/>
        <dsp:cNvSpPr/>
      </dsp:nvSpPr>
      <dsp:spPr>
        <a:xfrm>
          <a:off x="498552" y="888690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2E129-D728-49D3-AC78-660BA6823FB0}">
      <dsp:nvSpPr>
        <dsp:cNvPr id="0" name=""/>
        <dsp:cNvSpPr/>
      </dsp:nvSpPr>
      <dsp:spPr>
        <a:xfrm>
          <a:off x="1029681" y="1658332"/>
          <a:ext cx="3407460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Mentoring</a:t>
          </a:r>
        </a:p>
      </dsp:txBody>
      <dsp:txXfrm>
        <a:off x="1029681" y="1658332"/>
        <a:ext cx="3407460" cy="473690"/>
      </dsp:txXfrm>
    </dsp:sp>
    <dsp:sp modelId="{52AF6E10-0B78-4BD1-A03B-5639D43DF48F}">
      <dsp:nvSpPr>
        <dsp:cNvPr id="0" name=""/>
        <dsp:cNvSpPr/>
      </dsp:nvSpPr>
      <dsp:spPr>
        <a:xfrm>
          <a:off x="733625" y="1599121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50A57-7250-42CE-B9B7-5E0B3CA52C4B}">
      <dsp:nvSpPr>
        <dsp:cNvPr id="0" name=""/>
        <dsp:cNvSpPr/>
      </dsp:nvSpPr>
      <dsp:spPr>
        <a:xfrm>
          <a:off x="1104738" y="2369284"/>
          <a:ext cx="3332403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Year-End Performance Management</a:t>
          </a:r>
        </a:p>
      </dsp:txBody>
      <dsp:txXfrm>
        <a:off x="1104738" y="2369284"/>
        <a:ext cx="3332403" cy="473690"/>
      </dsp:txXfrm>
    </dsp:sp>
    <dsp:sp modelId="{97D0A652-A6BC-4078-8F33-7CC207A6F249}">
      <dsp:nvSpPr>
        <dsp:cNvPr id="0" name=""/>
        <dsp:cNvSpPr/>
      </dsp:nvSpPr>
      <dsp:spPr>
        <a:xfrm>
          <a:off x="808682" y="2310073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6C339-E365-4E96-A1F2-6F9411C1D7A2}">
      <dsp:nvSpPr>
        <dsp:cNvPr id="0" name=""/>
        <dsp:cNvSpPr/>
      </dsp:nvSpPr>
      <dsp:spPr>
        <a:xfrm>
          <a:off x="1029681" y="3080237"/>
          <a:ext cx="3407460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Year-End Compensation Planning</a:t>
          </a:r>
        </a:p>
      </dsp:txBody>
      <dsp:txXfrm>
        <a:off x="1029681" y="3080237"/>
        <a:ext cx="3407460" cy="473690"/>
      </dsp:txXfrm>
    </dsp:sp>
    <dsp:sp modelId="{F7607CD1-A064-4D7C-A989-D9EBA4C81F3B}">
      <dsp:nvSpPr>
        <dsp:cNvPr id="0" name=""/>
        <dsp:cNvSpPr/>
      </dsp:nvSpPr>
      <dsp:spPr>
        <a:xfrm>
          <a:off x="733625" y="3021025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3719CB-A648-4B91-8539-ACF16AF77D21}">
      <dsp:nvSpPr>
        <dsp:cNvPr id="0" name=""/>
        <dsp:cNvSpPr/>
      </dsp:nvSpPr>
      <dsp:spPr>
        <a:xfrm>
          <a:off x="794609" y="3790668"/>
          <a:ext cx="3642533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Talent Reviews</a:t>
          </a:r>
        </a:p>
      </dsp:txBody>
      <dsp:txXfrm>
        <a:off x="794609" y="3790668"/>
        <a:ext cx="3642533" cy="473690"/>
      </dsp:txXfrm>
    </dsp:sp>
    <dsp:sp modelId="{881F3B5D-541C-4A86-8176-D4B56552B2F4}">
      <dsp:nvSpPr>
        <dsp:cNvPr id="0" name=""/>
        <dsp:cNvSpPr/>
      </dsp:nvSpPr>
      <dsp:spPr>
        <a:xfrm>
          <a:off x="498552" y="3731456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9D4EC-1D51-4A0C-BFD5-D0E3BAA4F028}">
      <dsp:nvSpPr>
        <dsp:cNvPr id="0" name=""/>
        <dsp:cNvSpPr/>
      </dsp:nvSpPr>
      <dsp:spPr>
        <a:xfrm>
          <a:off x="365640" y="4501620"/>
          <a:ext cx="4071502" cy="473690"/>
        </a:xfrm>
        <a:prstGeom prst="rect">
          <a:avLst/>
        </a:prstGeom>
        <a:solidFill>
          <a:schemeClr val="accent5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599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Succession Planning</a:t>
          </a:r>
        </a:p>
      </dsp:txBody>
      <dsp:txXfrm>
        <a:off x="365640" y="4501620"/>
        <a:ext cx="4071502" cy="473690"/>
      </dsp:txXfrm>
    </dsp:sp>
    <dsp:sp modelId="{84FB673A-D9C2-4E10-BD56-5ED7869AD129}">
      <dsp:nvSpPr>
        <dsp:cNvPr id="0" name=""/>
        <dsp:cNvSpPr/>
      </dsp:nvSpPr>
      <dsp:spPr>
        <a:xfrm>
          <a:off x="69583" y="4442409"/>
          <a:ext cx="592112" cy="592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0B589-96CA-46B8-AD69-8FC231855989}" type="datetimeFigureOut"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CD768-CF72-4605-B3CA-3C52064245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3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5760" y="6338703"/>
            <a:ext cx="27584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03704" y="6338703"/>
            <a:ext cx="1392578" cy="365125"/>
          </a:xfrm>
        </p:spPr>
        <p:txBody>
          <a:bodyPr/>
          <a:lstStyle/>
          <a:p>
            <a:fld id="{BAE57423-0748-47C1-8E47-ED714A2C27C2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6282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051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287D-B680-4441-B88A-8931EA5A031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8950" y="284481"/>
            <a:ext cx="445824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8950" y="4870174"/>
            <a:ext cx="3856735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1956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8950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DB15F8-ECE6-4AB7-B9F7-1E8A7AD06BA3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18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43955"/>
            <a:ext cx="12608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1777FC-6488-4755-9099-7DE758D12A66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75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201704"/>
            <a:ext cx="11213593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71760"/>
            <a:ext cx="11213593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49364" y="6343955"/>
            <a:ext cx="2202644" cy="365125"/>
          </a:xfrm>
        </p:spPr>
        <p:txBody>
          <a:bodyPr/>
          <a:lstStyle/>
          <a:p>
            <a:fld id="{5A2ED4EC-6CDE-4317-A225-F90341FD42E7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02531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55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48640"/>
            <a:ext cx="9750554" cy="3639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E0D-4A6F-4F7F-8AD3-6F4F7DE889AD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5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81A537B-A501-43EE-8BBB-029C58CC669F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0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48640"/>
            <a:ext cx="9899809" cy="4099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00DC-0A7D-4582-B62F-C1E8C458E479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56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1447800"/>
            <a:ext cx="8686800" cy="2491655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B190-FE58-4CAC-A4C5-5300E7F445D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8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40AF3A47-30BD-48ED-B24C-72550184F18C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66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7512"/>
            <a:ext cx="8467344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77440"/>
            <a:ext cx="8467558" cy="36576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1CDB-E382-4EF7-B22D-9B8EF43F5F55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42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0" y="987552"/>
            <a:ext cx="591616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8B50793-4B7F-4166-BD64-A8A61041EA56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30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FA5CE-9746-419E-BF5E-E870A2669E47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2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2365-F937-4D21-8B64-8C03EF9F294E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5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EDFBA-7753-4E48-AD20-F8E5B4AA5DA2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22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50111"/>
            <a:ext cx="3496147" cy="49406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4F54-6A58-42E8-9EE4-B3534BE78EE8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65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119F-3F76-4C2D-9DC6-B3EF1D458F7E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8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76D7966-C015-4B65-9ED4-8139C42C131A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93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9600"/>
            <a:ext cx="6339541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/>
          <a:lstStyle/>
          <a:p>
            <a:fld id="{FB8C8CAA-A4DC-46F1-90CA-8825CED8C56A}" type="datetime1">
              <a:rPr lang="en-US" smtClean="0"/>
              <a:t>7/20/2026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7690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DFBF8F79-428D-4A4D-96E6-A91C0C901317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BF87047A-65FC-4E1F-9D8D-D5F7B64EB954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4831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23332"/>
            <a:ext cx="4477512" cy="13289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715475-DC04-433C-803A-D02A2D9515C6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855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056FB5C-D458-4AE9-BD80-9F9384885852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98313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848" y="425503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9602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7848" y="2315569"/>
            <a:ext cx="3657600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18704" y="6343955"/>
            <a:ext cx="2300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/>
          <a:lstStyle/>
          <a:p>
            <a:fld id="{73CDC043-8B5F-47F9-ADDF-8E3FA56DB3F5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11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688DA14-784D-4E3B-B3E6-7D688C332C2D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6270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BB3559-7954-4599-BF03-89DBB4C242F6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935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7399" y="6343955"/>
            <a:ext cx="114634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1B6018-B057-444F-8940-7C4141B99AF7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6887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2727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84D3-8F6B-40B1-8565-B103A5B5943A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1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BFA2-11BB-4434-84BA-3E39A635FA43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370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712508"/>
            <a:ext cx="3014218" cy="20197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064" y="1"/>
            <a:ext cx="10734656" cy="326003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680652"/>
            <a:ext cx="7460029" cy="25587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949-EAED-4DAA-A18C-726A0186E38A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278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</p:spPr>
        <p:txBody>
          <a:bodyPr/>
          <a:lstStyle/>
          <a:p>
            <a:fld id="{B422FEFE-720E-4025-8555-6A39111555E0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10743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12912"/>
            <a:ext cx="4485564" cy="4613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</p:spPr>
        <p:txBody>
          <a:bodyPr/>
          <a:lstStyle/>
          <a:p>
            <a:fld id="{461E7FA1-D3D3-45D3-A822-0737BAD8B3CA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EBBFE7-73C3-3FA5-7EE3-B7845CF7CA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9438" y="1712913"/>
            <a:ext cx="6532562" cy="5145087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031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99397A0-9AE0-44FE-9383-9D0B376C2D93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698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37C0C1-9469-8309-7EC0-2377516265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712913"/>
            <a:ext cx="6532563" cy="51450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12911"/>
            <a:ext cx="4479145" cy="4617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</p:spPr>
        <p:txBody>
          <a:bodyPr/>
          <a:lstStyle/>
          <a:p>
            <a:fld id="{7346FE6F-3FD2-4A0D-8B5D-54E0F2FA90D1}" type="datetime1">
              <a:rPr lang="en-US" smtClean="0"/>
              <a:t>7/20/2026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514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07B2-F390-4DA6-9860-93DE63061783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743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5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1E-6047-447A-9C3E-7426A3571F77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523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B2B4E3-9EFE-41E7-9988-3DCF488BCDAE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08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953000"/>
            <a:ext cx="9762068" cy="1236133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87400"/>
            <a:ext cx="10543032" cy="46820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35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53873B-5739-4A55-8B72-A5A0C75619A1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46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1B2C-D5E6-41A9-B10B-3821E09E785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64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269323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16282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A559-01C6-4FF5-B6B1-3AEC070A886D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14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671B-4960-4AAA-8CC1-341A4E8D26B8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21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5" y="42335"/>
            <a:ext cx="11517038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3A72-7536-4317-B41C-E445FE02EEFF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863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1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160"/>
            <a:ext cx="2202644" cy="365125"/>
          </a:xfrm>
        </p:spPr>
        <p:txBody>
          <a:bodyPr/>
          <a:lstStyle/>
          <a:p>
            <a:fld id="{5D98CAAD-8C05-4BE4-A290-8720CFA8D2A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16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5" y="755374"/>
            <a:ext cx="10872216" cy="601922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5400" b="1"/>
            </a:lvl4pPr>
            <a:lvl5pPr marL="914400" indent="0">
              <a:lnSpc>
                <a:spcPct val="90000"/>
              </a:lnSpc>
              <a:buNone/>
              <a:defRPr sz="48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6029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" y="45720"/>
            <a:ext cx="10872216" cy="61722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b="1" dirty="0"/>
            </a:lvl1pPr>
            <a:lvl2pPr marL="228600" indent="0">
              <a:lnSpc>
                <a:spcPct val="90000"/>
              </a:lnSpc>
              <a:buNone/>
              <a:defRPr lang="en-US" sz="6600" b="1" dirty="0"/>
            </a:lvl2pPr>
            <a:lvl3pPr marL="457200" indent="0">
              <a:lnSpc>
                <a:spcPct val="90000"/>
              </a:lnSpc>
              <a:buNone/>
              <a:defRPr lang="en-US" sz="6000" b="1" dirty="0"/>
            </a:lvl3pPr>
            <a:lvl4pPr marL="685800" indent="0">
              <a:lnSpc>
                <a:spcPct val="90000"/>
              </a:lnSpc>
              <a:buNone/>
              <a:defRPr lang="en-US" sz="5400" b="1" dirty="0"/>
            </a:lvl4pPr>
            <a:lvl5pPr marL="914400" indent="0">
              <a:lnSpc>
                <a:spcPct val="90000"/>
              </a:lnSpc>
              <a:buNone/>
              <a:defRPr lang="en-US" sz="4800" b="1" dirty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A9D-A35D-44DE-846B-004B51E5F7C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26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496A-3529-48F9-BC88-F562BBB7D20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864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955722"/>
            <a:ext cx="8863084" cy="669472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5A517B9-8575-2710-B645-B4087611DC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77007" y="1344168"/>
            <a:ext cx="8860536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6CE971-D015-B560-F85A-E81C2D01E3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B5CECC-D3ED-809F-AAE7-0FEF839E5E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5B8498-8C56-40DC-A723-E47CC71A46CD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50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1712D21-58D6-EFB8-0267-D33F06AFD3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860635" y="1385644"/>
            <a:ext cx="8485632" cy="337413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DE6F3-B646-D2A0-21DC-EB265FD53B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8E8F60-5105-1D33-1AB6-455A837108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A8DCEB5-6924-4269-BD9F-906E3F104808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27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11D3-6060-42C4-99E2-6A425CC677FA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843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2965-B380-4028-832A-D9B4D46E420F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842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17A2-074B-49A5-9D8A-B13235BF93F1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42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2F9A0-CECA-448E-B28E-96D3A80263F3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204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6253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90800"/>
            <a:ext cx="3595634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713232"/>
            <a:ext cx="6440258" cy="55911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152B-3DBF-4039-AA15-012E712FF24B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367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7620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3460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713232"/>
            <a:ext cx="6139637" cy="545896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203B-A396-4F06-9968-FCBA45CB12F0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698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14400"/>
            <a:ext cx="10890504" cy="2066544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C730-31DA-42CA-871C-70FDD7288EAE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28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32FC-F2E0-4B0D-91B3-423F9475E6C1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40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Stri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Headline goes here"/>
          <p:cNvSpPr txBox="1">
            <a:spLocks noGrp="1"/>
          </p:cNvSpPr>
          <p:nvPr>
            <p:ph type="body" sz="quarter" idx="21"/>
          </p:nvPr>
        </p:nvSpPr>
        <p:spPr>
          <a:xfrm>
            <a:off x="484596" y="334706"/>
            <a:ext cx="11222808" cy="8617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5000" spc="150">
                <a:latin typeface="FootLocker FL Classic"/>
                <a:ea typeface="FootLocker FL Classic"/>
                <a:cs typeface="FootLocker FL Classic"/>
                <a:sym typeface="FootLocker FL Classic"/>
              </a:defRPr>
            </a:lvl1pPr>
          </a:lstStyle>
          <a:p>
            <a:r>
              <a:t>Headline goes here</a:t>
            </a:r>
          </a:p>
        </p:txBody>
      </p:sp>
      <p:sp>
        <p:nvSpPr>
          <p:cNvPr id="106" name="Lorem ipsum dolor sit amet, consectetur adipiscing elit.…"/>
          <p:cNvSpPr txBox="1">
            <a:spLocks noGrp="1"/>
          </p:cNvSpPr>
          <p:nvPr>
            <p:ph type="body" sz="half" idx="22"/>
          </p:nvPr>
        </p:nvSpPr>
        <p:spPr>
          <a:xfrm>
            <a:off x="484596" y="1757930"/>
            <a:ext cx="11222808" cy="5132174"/>
          </a:xfrm>
          <a:prstGeom prst="rect">
            <a:avLst/>
          </a:prstGeom>
        </p:spPr>
        <p:txBody>
          <a:bodyPr>
            <a:spAutoFit/>
          </a:bodyPr>
          <a:lstStyle>
            <a:lvl1pPr marL="222250" indent="-222250">
              <a:lnSpc>
                <a:spcPct val="100000"/>
              </a:lnSpc>
              <a:spcBef>
                <a:spcPts val="1750"/>
              </a:spcBef>
              <a:defRPr sz="4000">
                <a:latin typeface="Gotham-Book"/>
                <a:sym typeface="Gotham-Book"/>
              </a:defRPr>
            </a:lvl1pPr>
          </a:lstStyle>
          <a:p>
            <a:pPr marL="444500" indent="-444500">
              <a:lnSpc>
                <a:spcPct val="100000"/>
              </a:lnSpc>
              <a:spcBef>
                <a:spcPts val="3500"/>
              </a:spcBef>
              <a:defRPr sz="4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Lorem ipsum dolor sit amet, consectetur adipiscing elit.</a:t>
            </a:r>
          </a:p>
          <a:p>
            <a:pPr marL="444500" indent="-444500">
              <a:lnSpc>
                <a:spcPct val="100000"/>
              </a:lnSpc>
              <a:spcBef>
                <a:spcPts val="3500"/>
              </a:spcBef>
              <a:defRPr sz="4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Duis semper diam eget diam tristique luctus.</a:t>
            </a:r>
          </a:p>
          <a:p>
            <a:pPr marL="444500" indent="-444500">
              <a:lnSpc>
                <a:spcPct val="100000"/>
              </a:lnSpc>
              <a:spcBef>
                <a:spcPts val="3500"/>
              </a:spcBef>
              <a:defRPr sz="4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Cras vehicula lectus sed massa lacinia sodales.</a:t>
            </a:r>
          </a:p>
          <a:p>
            <a:pPr marL="444500" indent="-444500">
              <a:lnSpc>
                <a:spcPct val="100000"/>
              </a:lnSpc>
              <a:spcBef>
                <a:spcPts val="3500"/>
              </a:spcBef>
              <a:defRPr sz="4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Maecenas id ipsum quis elit tempus tincidunt.</a:t>
            </a:r>
          </a:p>
        </p:txBody>
      </p:sp>
      <p:sp>
        <p:nvSpPr>
          <p:cNvPr id="116" name="Sub-headline copy goes here"/>
          <p:cNvSpPr txBox="1">
            <a:spLocks noGrp="1"/>
          </p:cNvSpPr>
          <p:nvPr>
            <p:ph type="body" sz="quarter" idx="23"/>
          </p:nvPr>
        </p:nvSpPr>
        <p:spPr>
          <a:xfrm>
            <a:off x="484596" y="1179256"/>
            <a:ext cx="11222808" cy="4206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 cap="all" spc="500" baseline="0">
                <a:latin typeface="FootLocker FL Standard"/>
                <a:ea typeface="FootLocker FL Standard"/>
                <a:cs typeface="FootLocker FL Standard"/>
                <a:sym typeface="FootLocker FL Standard"/>
              </a:defRPr>
            </a:lvl1pPr>
          </a:lstStyle>
          <a:p>
            <a:r>
              <a:t>Sub-headline copy goes here</a:t>
            </a:r>
          </a:p>
        </p:txBody>
      </p:sp>
      <p:pic>
        <p:nvPicPr>
          <p:cNvPr id="2" name="FL_Logo_Black_Primary_RGB.pdf" descr="FL_Logo_Black_Primary_RGB.pdf">
            <a:extLst>
              <a:ext uri="{FF2B5EF4-FFF2-40B4-BE49-F238E27FC236}">
                <a16:creationId xmlns:a16="http://schemas.microsoft.com/office/drawing/2014/main" id="{DD0F53B8-605E-341C-6F94-040C11D7A3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08691" y="6325956"/>
            <a:ext cx="1974619" cy="40469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">
            <a:extLst>
              <a:ext uri="{FF2B5EF4-FFF2-40B4-BE49-F238E27FC236}">
                <a16:creationId xmlns:a16="http://schemas.microsoft.com/office/drawing/2014/main" id="{62C40F50-1BC1-29F2-C42B-1E942FB2C1B9}"/>
              </a:ext>
            </a:extLst>
          </p:cNvPr>
          <p:cNvGrpSpPr/>
          <p:nvPr userDrawn="1"/>
        </p:nvGrpSpPr>
        <p:grpSpPr>
          <a:xfrm>
            <a:off x="0" y="6325956"/>
            <a:ext cx="12189758" cy="532045"/>
            <a:chOff x="0" y="0"/>
            <a:chExt cx="24379515" cy="1064087"/>
          </a:xfrm>
        </p:grpSpPr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715C794C-93CA-9672-24F6-FC4E18E1E235}"/>
                </a:ext>
              </a:extLst>
            </p:cNvPr>
            <p:cNvSpPr/>
            <p:nvPr/>
          </p:nvSpPr>
          <p:spPr>
            <a:xfrm>
              <a:off x="-1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D38EEA06-DBAE-0CA2-C440-FF4BA50D5A94}"/>
                </a:ext>
              </a:extLst>
            </p:cNvPr>
            <p:cNvSpPr/>
            <p:nvPr/>
          </p:nvSpPr>
          <p:spPr>
            <a:xfrm>
              <a:off x="43927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26A3944F-7148-11F0-982C-C0EBBAEE407A}"/>
                </a:ext>
              </a:extLst>
            </p:cNvPr>
            <p:cNvSpPr/>
            <p:nvPr/>
          </p:nvSpPr>
          <p:spPr>
            <a:xfrm>
              <a:off x="87854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DB1DA1F1-1F15-E359-2D80-91164DCF1EBD}"/>
                </a:ext>
              </a:extLst>
            </p:cNvPr>
            <p:cNvSpPr/>
            <p:nvPr/>
          </p:nvSpPr>
          <p:spPr>
            <a:xfrm>
              <a:off x="131781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7C78098D-65FF-4D32-2514-AC19AF42DD61}"/>
                </a:ext>
              </a:extLst>
            </p:cNvPr>
            <p:cNvSpPr/>
            <p:nvPr/>
          </p:nvSpPr>
          <p:spPr>
            <a:xfrm>
              <a:off x="175708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23EFAD95-A831-0048-7E01-035CB6899CDC}"/>
                </a:ext>
              </a:extLst>
            </p:cNvPr>
            <p:cNvSpPr/>
            <p:nvPr/>
          </p:nvSpPr>
          <p:spPr>
            <a:xfrm>
              <a:off x="219635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59E9291F-BB44-54D9-2C4B-8B000A8FE4F0}"/>
                </a:ext>
              </a:extLst>
            </p:cNvPr>
            <p:cNvSpPr/>
            <p:nvPr/>
          </p:nvSpPr>
          <p:spPr>
            <a:xfrm>
              <a:off x="2635623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BF2D5A1F-DE80-BFCC-6E88-2D5118B39A43}"/>
                </a:ext>
              </a:extLst>
            </p:cNvPr>
            <p:cNvSpPr/>
            <p:nvPr/>
          </p:nvSpPr>
          <p:spPr>
            <a:xfrm>
              <a:off x="307489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3C7BDD4-0F31-6CFA-44DC-35A19EA73C11}"/>
                </a:ext>
              </a:extLst>
            </p:cNvPr>
            <p:cNvSpPr/>
            <p:nvPr/>
          </p:nvSpPr>
          <p:spPr>
            <a:xfrm>
              <a:off x="351416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F832004A-EC28-0602-08D2-7B7D54B6639F}"/>
                </a:ext>
              </a:extLst>
            </p:cNvPr>
            <p:cNvSpPr/>
            <p:nvPr/>
          </p:nvSpPr>
          <p:spPr>
            <a:xfrm>
              <a:off x="395343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2032939F-E04D-A13B-A3E1-CCACF7B15DA7}"/>
                </a:ext>
              </a:extLst>
            </p:cNvPr>
            <p:cNvSpPr/>
            <p:nvPr/>
          </p:nvSpPr>
          <p:spPr>
            <a:xfrm>
              <a:off x="4392705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9D9C6F04-7A9E-8C5C-EDA5-4BC203E9CE96}"/>
                </a:ext>
              </a:extLst>
            </p:cNvPr>
            <p:cNvSpPr/>
            <p:nvPr/>
          </p:nvSpPr>
          <p:spPr>
            <a:xfrm>
              <a:off x="4831975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2E0FCB86-E294-4DC9-F7EC-90AAB9E2154D}"/>
                </a:ext>
              </a:extLst>
            </p:cNvPr>
            <p:cNvSpPr/>
            <p:nvPr/>
          </p:nvSpPr>
          <p:spPr>
            <a:xfrm>
              <a:off x="5271246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D6A18079-7843-6A1B-1E44-F416D65FB0D1}"/>
                </a:ext>
              </a:extLst>
            </p:cNvPr>
            <p:cNvSpPr/>
            <p:nvPr/>
          </p:nvSpPr>
          <p:spPr>
            <a:xfrm>
              <a:off x="5710516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BF58B57A-C361-AE4C-25E0-1978B3DEF139}"/>
                </a:ext>
              </a:extLst>
            </p:cNvPr>
            <p:cNvSpPr/>
            <p:nvPr/>
          </p:nvSpPr>
          <p:spPr>
            <a:xfrm>
              <a:off x="6149787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BF60C179-E61A-BF8E-C849-1373729EBBBB}"/>
                </a:ext>
              </a:extLst>
            </p:cNvPr>
            <p:cNvSpPr/>
            <p:nvPr/>
          </p:nvSpPr>
          <p:spPr>
            <a:xfrm>
              <a:off x="658905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52E4E01B-C0EF-7DDE-3D6B-7116AD1EE9A2}"/>
                </a:ext>
              </a:extLst>
            </p:cNvPr>
            <p:cNvSpPr/>
            <p:nvPr/>
          </p:nvSpPr>
          <p:spPr>
            <a:xfrm>
              <a:off x="702832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637F0A96-6B73-64C3-425C-6AF46A992EE7}"/>
                </a:ext>
              </a:extLst>
            </p:cNvPr>
            <p:cNvSpPr/>
            <p:nvPr/>
          </p:nvSpPr>
          <p:spPr>
            <a:xfrm>
              <a:off x="746759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Rectangle">
              <a:extLst>
                <a:ext uri="{FF2B5EF4-FFF2-40B4-BE49-F238E27FC236}">
                  <a16:creationId xmlns:a16="http://schemas.microsoft.com/office/drawing/2014/main" id="{FAEE6D8F-D703-FBC6-56E9-0EDEBF1F1D4D}"/>
                </a:ext>
              </a:extLst>
            </p:cNvPr>
            <p:cNvSpPr/>
            <p:nvPr/>
          </p:nvSpPr>
          <p:spPr>
            <a:xfrm>
              <a:off x="79068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3" name="Rectangle">
              <a:extLst>
                <a:ext uri="{FF2B5EF4-FFF2-40B4-BE49-F238E27FC236}">
                  <a16:creationId xmlns:a16="http://schemas.microsoft.com/office/drawing/2014/main" id="{42E2781C-077C-FBA1-075F-1E21BC4458B1}"/>
                </a:ext>
              </a:extLst>
            </p:cNvPr>
            <p:cNvSpPr/>
            <p:nvPr/>
          </p:nvSpPr>
          <p:spPr>
            <a:xfrm>
              <a:off x="83461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7C95C2E6-4406-FA5D-8D93-0FC4C4B36307}"/>
                </a:ext>
              </a:extLst>
            </p:cNvPr>
            <p:cNvSpPr/>
            <p:nvPr/>
          </p:nvSpPr>
          <p:spPr>
            <a:xfrm>
              <a:off x="878541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9902F983-7ED9-2704-CEC8-F9919A97AA98}"/>
                </a:ext>
              </a:extLst>
            </p:cNvPr>
            <p:cNvSpPr/>
            <p:nvPr/>
          </p:nvSpPr>
          <p:spPr>
            <a:xfrm>
              <a:off x="922468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" name="Rectangle">
              <a:extLst>
                <a:ext uri="{FF2B5EF4-FFF2-40B4-BE49-F238E27FC236}">
                  <a16:creationId xmlns:a16="http://schemas.microsoft.com/office/drawing/2014/main" id="{D6DB31D2-DCA6-1CFC-0ECC-DF5B128FB732}"/>
                </a:ext>
              </a:extLst>
            </p:cNvPr>
            <p:cNvSpPr/>
            <p:nvPr/>
          </p:nvSpPr>
          <p:spPr>
            <a:xfrm>
              <a:off x="1493519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" name="Rectangle">
              <a:extLst>
                <a:ext uri="{FF2B5EF4-FFF2-40B4-BE49-F238E27FC236}">
                  <a16:creationId xmlns:a16="http://schemas.microsoft.com/office/drawing/2014/main" id="{BD3B207C-5235-8C12-3DF2-E68C47AC493C}"/>
                </a:ext>
              </a:extLst>
            </p:cNvPr>
            <p:cNvSpPr/>
            <p:nvPr/>
          </p:nvSpPr>
          <p:spPr>
            <a:xfrm>
              <a:off x="153744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8" name="Rectangle">
              <a:extLst>
                <a:ext uri="{FF2B5EF4-FFF2-40B4-BE49-F238E27FC236}">
                  <a16:creationId xmlns:a16="http://schemas.microsoft.com/office/drawing/2014/main" id="{98A9C38D-60FB-633F-6616-6626ADEADA75}"/>
                </a:ext>
              </a:extLst>
            </p:cNvPr>
            <p:cNvSpPr/>
            <p:nvPr/>
          </p:nvSpPr>
          <p:spPr>
            <a:xfrm>
              <a:off x="1581373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CB9394FE-3FD1-7972-57EC-CD319AD3A015}"/>
                </a:ext>
              </a:extLst>
            </p:cNvPr>
            <p:cNvSpPr/>
            <p:nvPr/>
          </p:nvSpPr>
          <p:spPr>
            <a:xfrm>
              <a:off x="1625300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0" name="Rectangle">
              <a:extLst>
                <a:ext uri="{FF2B5EF4-FFF2-40B4-BE49-F238E27FC236}">
                  <a16:creationId xmlns:a16="http://schemas.microsoft.com/office/drawing/2014/main" id="{231B35B1-02E0-8CDC-4E7A-CECEEE921610}"/>
                </a:ext>
              </a:extLst>
            </p:cNvPr>
            <p:cNvSpPr/>
            <p:nvPr/>
          </p:nvSpPr>
          <p:spPr>
            <a:xfrm>
              <a:off x="1669228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8100E83C-27A5-D74B-AC47-9E0D4787BEBB}"/>
                </a:ext>
              </a:extLst>
            </p:cNvPr>
            <p:cNvSpPr/>
            <p:nvPr/>
          </p:nvSpPr>
          <p:spPr>
            <a:xfrm>
              <a:off x="1713155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2" name="Rectangle">
              <a:extLst>
                <a:ext uri="{FF2B5EF4-FFF2-40B4-BE49-F238E27FC236}">
                  <a16:creationId xmlns:a16="http://schemas.microsoft.com/office/drawing/2014/main" id="{E2615D72-B0BD-1880-5A1E-03E1A1D4CFDF}"/>
                </a:ext>
              </a:extLst>
            </p:cNvPr>
            <p:cNvSpPr/>
            <p:nvPr/>
          </p:nvSpPr>
          <p:spPr>
            <a:xfrm>
              <a:off x="1757082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3" name="Rectangle">
              <a:extLst>
                <a:ext uri="{FF2B5EF4-FFF2-40B4-BE49-F238E27FC236}">
                  <a16:creationId xmlns:a16="http://schemas.microsoft.com/office/drawing/2014/main" id="{351A22BE-F3A8-4382-E9D7-D98DAAE1867F}"/>
                </a:ext>
              </a:extLst>
            </p:cNvPr>
            <p:cNvSpPr/>
            <p:nvPr/>
          </p:nvSpPr>
          <p:spPr>
            <a:xfrm>
              <a:off x="1801009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70470087-A836-D420-A9EB-6B818A8FD97A}"/>
                </a:ext>
              </a:extLst>
            </p:cNvPr>
            <p:cNvSpPr/>
            <p:nvPr/>
          </p:nvSpPr>
          <p:spPr>
            <a:xfrm>
              <a:off x="1844936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5" name="Rectangle">
              <a:extLst>
                <a:ext uri="{FF2B5EF4-FFF2-40B4-BE49-F238E27FC236}">
                  <a16:creationId xmlns:a16="http://schemas.microsoft.com/office/drawing/2014/main" id="{BD85F338-4F5C-4744-42C1-D595E91AABDD}"/>
                </a:ext>
              </a:extLst>
            </p:cNvPr>
            <p:cNvSpPr/>
            <p:nvPr/>
          </p:nvSpPr>
          <p:spPr>
            <a:xfrm>
              <a:off x="18888633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6" name="Rectangle">
              <a:extLst>
                <a:ext uri="{FF2B5EF4-FFF2-40B4-BE49-F238E27FC236}">
                  <a16:creationId xmlns:a16="http://schemas.microsoft.com/office/drawing/2014/main" id="{03577E0B-6753-548A-5FE2-C7C709135D7B}"/>
                </a:ext>
              </a:extLst>
            </p:cNvPr>
            <p:cNvSpPr/>
            <p:nvPr/>
          </p:nvSpPr>
          <p:spPr>
            <a:xfrm>
              <a:off x="19327903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7" name="Rectangle">
              <a:extLst>
                <a:ext uri="{FF2B5EF4-FFF2-40B4-BE49-F238E27FC236}">
                  <a16:creationId xmlns:a16="http://schemas.microsoft.com/office/drawing/2014/main" id="{A7100D16-96FE-6B2A-3101-9B50AFBD9F53}"/>
                </a:ext>
              </a:extLst>
            </p:cNvPr>
            <p:cNvSpPr/>
            <p:nvPr/>
          </p:nvSpPr>
          <p:spPr>
            <a:xfrm>
              <a:off x="19767174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8" name="Rectangle">
              <a:extLst>
                <a:ext uri="{FF2B5EF4-FFF2-40B4-BE49-F238E27FC236}">
                  <a16:creationId xmlns:a16="http://schemas.microsoft.com/office/drawing/2014/main" id="{DEA2025D-4AA3-1D33-2D3F-5D0185A22B14}"/>
                </a:ext>
              </a:extLst>
            </p:cNvPr>
            <p:cNvSpPr/>
            <p:nvPr/>
          </p:nvSpPr>
          <p:spPr>
            <a:xfrm>
              <a:off x="2020644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F50F33CF-2BB5-3F3E-8773-5747A70BD0A6}"/>
                </a:ext>
              </a:extLst>
            </p:cNvPr>
            <p:cNvSpPr/>
            <p:nvPr/>
          </p:nvSpPr>
          <p:spPr>
            <a:xfrm>
              <a:off x="20645715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0" name="Rectangle">
              <a:extLst>
                <a:ext uri="{FF2B5EF4-FFF2-40B4-BE49-F238E27FC236}">
                  <a16:creationId xmlns:a16="http://schemas.microsoft.com/office/drawing/2014/main" id="{1DBCA3AE-F5F0-E396-3B37-11E4B5977F69}"/>
                </a:ext>
              </a:extLst>
            </p:cNvPr>
            <p:cNvSpPr/>
            <p:nvPr/>
          </p:nvSpPr>
          <p:spPr>
            <a:xfrm>
              <a:off x="21084985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33F79100-5774-0D37-9214-57C245400E25}"/>
                </a:ext>
              </a:extLst>
            </p:cNvPr>
            <p:cNvSpPr/>
            <p:nvPr/>
          </p:nvSpPr>
          <p:spPr>
            <a:xfrm>
              <a:off x="21524256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Rectangle">
              <a:extLst>
                <a:ext uri="{FF2B5EF4-FFF2-40B4-BE49-F238E27FC236}">
                  <a16:creationId xmlns:a16="http://schemas.microsoft.com/office/drawing/2014/main" id="{4020AA11-28BF-5638-5D2A-2CAA5C512877}"/>
                </a:ext>
              </a:extLst>
            </p:cNvPr>
            <p:cNvSpPr/>
            <p:nvPr/>
          </p:nvSpPr>
          <p:spPr>
            <a:xfrm>
              <a:off x="21963527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3" name="Rectangle">
              <a:extLst>
                <a:ext uri="{FF2B5EF4-FFF2-40B4-BE49-F238E27FC236}">
                  <a16:creationId xmlns:a16="http://schemas.microsoft.com/office/drawing/2014/main" id="{42A341B0-985D-7906-8599-3A27F68B4369}"/>
                </a:ext>
              </a:extLst>
            </p:cNvPr>
            <p:cNvSpPr/>
            <p:nvPr/>
          </p:nvSpPr>
          <p:spPr>
            <a:xfrm>
              <a:off x="2240279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4" name="Rectangle">
              <a:extLst>
                <a:ext uri="{FF2B5EF4-FFF2-40B4-BE49-F238E27FC236}">
                  <a16:creationId xmlns:a16="http://schemas.microsoft.com/office/drawing/2014/main" id="{4C91565A-73F4-7B6C-8175-34567B78E657}"/>
                </a:ext>
              </a:extLst>
            </p:cNvPr>
            <p:cNvSpPr/>
            <p:nvPr/>
          </p:nvSpPr>
          <p:spPr>
            <a:xfrm>
              <a:off x="228420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5" name="Rectangle">
              <a:extLst>
                <a:ext uri="{FF2B5EF4-FFF2-40B4-BE49-F238E27FC236}">
                  <a16:creationId xmlns:a16="http://schemas.microsoft.com/office/drawing/2014/main" id="{4C9F55D9-7515-4E9A-F477-78A657CAAEAC}"/>
                </a:ext>
              </a:extLst>
            </p:cNvPr>
            <p:cNvSpPr/>
            <p:nvPr/>
          </p:nvSpPr>
          <p:spPr>
            <a:xfrm>
              <a:off x="232813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6" name="Rectangle">
              <a:extLst>
                <a:ext uri="{FF2B5EF4-FFF2-40B4-BE49-F238E27FC236}">
                  <a16:creationId xmlns:a16="http://schemas.microsoft.com/office/drawing/2014/main" id="{D052560C-EA8B-28DD-5C3B-F585B88A0009}"/>
                </a:ext>
              </a:extLst>
            </p:cNvPr>
            <p:cNvSpPr/>
            <p:nvPr/>
          </p:nvSpPr>
          <p:spPr>
            <a:xfrm>
              <a:off x="232813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7" name="Rectangle">
              <a:extLst>
                <a:ext uri="{FF2B5EF4-FFF2-40B4-BE49-F238E27FC236}">
                  <a16:creationId xmlns:a16="http://schemas.microsoft.com/office/drawing/2014/main" id="{E5E34DDB-3842-F425-169A-FF9FC40171D0}"/>
                </a:ext>
              </a:extLst>
            </p:cNvPr>
            <p:cNvSpPr/>
            <p:nvPr/>
          </p:nvSpPr>
          <p:spPr>
            <a:xfrm>
              <a:off x="2372060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8" name="Rectangle">
              <a:extLst>
                <a:ext uri="{FF2B5EF4-FFF2-40B4-BE49-F238E27FC236}">
                  <a16:creationId xmlns:a16="http://schemas.microsoft.com/office/drawing/2014/main" id="{D6F114AA-B4CD-7FD6-F23C-0DF24E4D9592}"/>
                </a:ext>
              </a:extLst>
            </p:cNvPr>
            <p:cNvSpPr/>
            <p:nvPr/>
          </p:nvSpPr>
          <p:spPr>
            <a:xfrm>
              <a:off x="2415988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</p:spTree>
    <p:extLst>
      <p:ext uri="{BB962C8B-B14F-4D97-AF65-F5344CB8AC3E}">
        <p14:creationId xmlns:p14="http://schemas.microsoft.com/office/powerpoint/2010/main" val="293365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ck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Shape"/>
          <p:cNvSpPr/>
          <p:nvPr/>
        </p:nvSpPr>
        <p:spPr>
          <a:xfrm rot="10800000" flipH="1">
            <a:off x="400561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1222" name="Descriptor text goes here"/>
          <p:cNvSpPr txBox="1">
            <a:spLocks noGrp="1"/>
          </p:cNvSpPr>
          <p:nvPr>
            <p:ph type="body" sz="quarter" idx="21"/>
          </p:nvPr>
        </p:nvSpPr>
        <p:spPr>
          <a:xfrm>
            <a:off x="658892" y="2196723"/>
            <a:ext cx="2995879" cy="36163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1750">
                <a:latin typeface="Gotham-Book"/>
                <a:ea typeface="Gotham-Book"/>
                <a:cs typeface="Gotham-Book"/>
                <a:sym typeface="Gotham-Book"/>
              </a:defRPr>
            </a:lvl1pPr>
          </a:lstStyle>
          <a:p>
            <a:r>
              <a:t>Descriptor text goes here</a:t>
            </a:r>
          </a:p>
        </p:txBody>
      </p:sp>
      <p:sp>
        <p:nvSpPr>
          <p:cNvPr id="1223" name="Descriptor text goes here"/>
          <p:cNvSpPr txBox="1">
            <a:spLocks noGrp="1"/>
          </p:cNvSpPr>
          <p:nvPr>
            <p:ph type="body" sz="quarter" idx="22"/>
          </p:nvPr>
        </p:nvSpPr>
        <p:spPr>
          <a:xfrm>
            <a:off x="4755802" y="2196723"/>
            <a:ext cx="2995879" cy="36163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1750">
                <a:latin typeface="Gotham-Book"/>
                <a:ea typeface="Gotham-Book"/>
                <a:cs typeface="Gotham-Book"/>
                <a:sym typeface="Gotham-Book"/>
              </a:defRPr>
            </a:lvl1pPr>
          </a:lstStyle>
          <a:p>
            <a:r>
              <a:t>Descriptor text goes here</a:t>
            </a:r>
          </a:p>
        </p:txBody>
      </p:sp>
      <p:sp>
        <p:nvSpPr>
          <p:cNvPr id="1224" name="Descriptor text goes here"/>
          <p:cNvSpPr txBox="1">
            <a:spLocks noGrp="1"/>
          </p:cNvSpPr>
          <p:nvPr>
            <p:ph type="body" sz="quarter" idx="23"/>
          </p:nvPr>
        </p:nvSpPr>
        <p:spPr>
          <a:xfrm>
            <a:off x="8795562" y="2196723"/>
            <a:ext cx="2995879" cy="36163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1750">
                <a:latin typeface="Gotham-Book"/>
                <a:ea typeface="Gotham-Book"/>
                <a:cs typeface="Gotham-Book"/>
                <a:sym typeface="Gotham-Book"/>
              </a:defRPr>
            </a:lvl1pPr>
          </a:lstStyle>
          <a:p>
            <a:r>
              <a:t>Descriptor text goes here</a:t>
            </a:r>
          </a:p>
        </p:txBody>
      </p:sp>
      <p:sp>
        <p:nvSpPr>
          <p:cNvPr id="1225" name="Bullet points if you need them can be added…"/>
          <p:cNvSpPr txBox="1">
            <a:spLocks noGrp="1"/>
          </p:cNvSpPr>
          <p:nvPr>
            <p:ph type="body" sz="quarter" idx="24"/>
          </p:nvPr>
        </p:nvSpPr>
        <p:spPr>
          <a:xfrm>
            <a:off x="658892" y="2641223"/>
            <a:ext cx="2995879" cy="3375283"/>
          </a:xfrm>
          <a:prstGeom prst="rect">
            <a:avLst/>
          </a:prstGeom>
        </p:spPr>
        <p:txBody>
          <a:bodyPr>
            <a:spAutoFit/>
          </a:bodyPr>
          <a:lstStyle>
            <a:lvl1pPr marL="158750" indent="-158750">
              <a:lnSpc>
                <a:spcPct val="100000"/>
              </a:lnSpc>
              <a:spcBef>
                <a:spcPts val="1000"/>
              </a:spcBef>
              <a:defRPr sz="3000">
                <a:latin typeface="Gotham-Book"/>
                <a:sym typeface="Gotham-Book"/>
              </a:defRPr>
            </a:lvl1pPr>
          </a:lstStyle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points if you need them can be added 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2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3</a:t>
            </a:r>
          </a:p>
        </p:txBody>
      </p:sp>
      <p:sp>
        <p:nvSpPr>
          <p:cNvPr id="1226" name="Bullet points if you need them can be added…"/>
          <p:cNvSpPr txBox="1">
            <a:spLocks noGrp="1"/>
          </p:cNvSpPr>
          <p:nvPr>
            <p:ph type="body" sz="quarter" idx="25"/>
          </p:nvPr>
        </p:nvSpPr>
        <p:spPr>
          <a:xfrm>
            <a:off x="4755802" y="2641223"/>
            <a:ext cx="2995879" cy="3375283"/>
          </a:xfrm>
          <a:prstGeom prst="rect">
            <a:avLst/>
          </a:prstGeom>
        </p:spPr>
        <p:txBody>
          <a:bodyPr>
            <a:spAutoFit/>
          </a:bodyPr>
          <a:lstStyle>
            <a:lvl1pPr marL="158750" indent="-158750">
              <a:lnSpc>
                <a:spcPct val="100000"/>
              </a:lnSpc>
              <a:spcBef>
                <a:spcPts val="1000"/>
              </a:spcBef>
              <a:defRPr sz="3000">
                <a:latin typeface="Gotham-Book"/>
                <a:sym typeface="Gotham-Book"/>
              </a:defRPr>
            </a:lvl1pPr>
          </a:lstStyle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points if you need them can be added 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2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3</a:t>
            </a:r>
          </a:p>
        </p:txBody>
      </p:sp>
      <p:sp>
        <p:nvSpPr>
          <p:cNvPr id="1227" name="Bullet points if you need them can be added…"/>
          <p:cNvSpPr txBox="1">
            <a:spLocks noGrp="1"/>
          </p:cNvSpPr>
          <p:nvPr>
            <p:ph type="body" sz="quarter" idx="26"/>
          </p:nvPr>
        </p:nvSpPr>
        <p:spPr>
          <a:xfrm>
            <a:off x="8795562" y="2641223"/>
            <a:ext cx="2995879" cy="3375283"/>
          </a:xfrm>
          <a:prstGeom prst="rect">
            <a:avLst/>
          </a:prstGeom>
        </p:spPr>
        <p:txBody>
          <a:bodyPr>
            <a:spAutoFit/>
          </a:bodyPr>
          <a:lstStyle>
            <a:lvl1pPr marL="158750" indent="-158750">
              <a:lnSpc>
                <a:spcPct val="100000"/>
              </a:lnSpc>
              <a:spcBef>
                <a:spcPts val="1000"/>
              </a:spcBef>
              <a:defRPr sz="3000">
                <a:latin typeface="Gotham-Book"/>
                <a:sym typeface="Gotham-Book"/>
              </a:defRPr>
            </a:lvl1pPr>
          </a:lstStyle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points if you need them can be added 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2</a:t>
            </a:r>
          </a:p>
          <a:p>
            <a:pPr marL="317500" indent="-317500">
              <a:lnSpc>
                <a:spcPct val="100000"/>
              </a:lnSpc>
              <a:spcBef>
                <a:spcPts val="2000"/>
              </a:spcBef>
              <a:defRPr sz="3000">
                <a:latin typeface="Gotham-Book"/>
                <a:ea typeface="Gotham-Book"/>
                <a:cs typeface="Gotham-Book"/>
                <a:sym typeface="Gotham-Book"/>
              </a:defRPr>
            </a:pPr>
            <a:r>
              <a:t>Bullet 3</a:t>
            </a:r>
          </a:p>
        </p:txBody>
      </p:sp>
      <p:sp>
        <p:nvSpPr>
          <p:cNvPr id="1228" name="Shape"/>
          <p:cNvSpPr/>
          <p:nvPr/>
        </p:nvSpPr>
        <p:spPr>
          <a:xfrm rot="10800000" flipH="1">
            <a:off x="4440320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1229" name="Shape"/>
          <p:cNvSpPr/>
          <p:nvPr/>
        </p:nvSpPr>
        <p:spPr>
          <a:xfrm rot="10800000" flipH="1">
            <a:off x="8480080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1231" name="Group 1 text"/>
          <p:cNvSpPr txBox="1">
            <a:spLocks noGrp="1"/>
          </p:cNvSpPr>
          <p:nvPr>
            <p:ph type="body" sz="quarter" idx="27"/>
          </p:nvPr>
        </p:nvSpPr>
        <p:spPr>
          <a:xfrm>
            <a:off x="400561" y="1330132"/>
            <a:ext cx="3311360" cy="461665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50" cap="all" spc="225">
                <a:latin typeface="FootLocker FL Standard"/>
                <a:ea typeface="FootLocker FL Standard"/>
                <a:cs typeface="FootLocker FL Standard"/>
                <a:sym typeface="FootLocker FL Standard"/>
              </a:defRPr>
            </a:lvl1pPr>
          </a:lstStyle>
          <a:p>
            <a:r>
              <a:t>Group 1 text</a:t>
            </a:r>
          </a:p>
        </p:txBody>
      </p:sp>
      <p:sp>
        <p:nvSpPr>
          <p:cNvPr id="1232" name="Group 2 text"/>
          <p:cNvSpPr txBox="1">
            <a:spLocks noGrp="1"/>
          </p:cNvSpPr>
          <p:nvPr>
            <p:ph type="body" sz="quarter" idx="28"/>
          </p:nvPr>
        </p:nvSpPr>
        <p:spPr>
          <a:xfrm>
            <a:off x="4472185" y="1330132"/>
            <a:ext cx="3311360" cy="461665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50" cap="all" spc="225">
                <a:latin typeface="FootLocker FL Standard"/>
                <a:ea typeface="FootLocker FL Standard"/>
                <a:cs typeface="FootLocker FL Standard"/>
                <a:sym typeface="FootLocker FL Standard"/>
              </a:defRPr>
            </a:lvl1pPr>
          </a:lstStyle>
          <a:p>
            <a:r>
              <a:t>Group 2 text</a:t>
            </a:r>
          </a:p>
        </p:txBody>
      </p:sp>
      <p:sp>
        <p:nvSpPr>
          <p:cNvPr id="1233" name="Group 3 text"/>
          <p:cNvSpPr txBox="1">
            <a:spLocks noGrp="1"/>
          </p:cNvSpPr>
          <p:nvPr>
            <p:ph type="body" sz="quarter" idx="29"/>
          </p:nvPr>
        </p:nvSpPr>
        <p:spPr>
          <a:xfrm>
            <a:off x="8519819" y="1330132"/>
            <a:ext cx="3311360" cy="461665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250" cap="all" spc="225">
                <a:latin typeface="FootLocker FL Standard"/>
                <a:ea typeface="FootLocker FL Standard"/>
                <a:cs typeface="FootLocker FL Standard"/>
                <a:sym typeface="FootLocker FL Standard"/>
              </a:defRPr>
            </a:lvl1pPr>
          </a:lstStyle>
          <a:p>
            <a:r>
              <a:t>Group 3 text</a:t>
            </a:r>
          </a:p>
        </p:txBody>
      </p:sp>
      <p:sp>
        <p:nvSpPr>
          <p:cNvPr id="1234" name="Headline text goes here"/>
          <p:cNvSpPr txBox="1">
            <a:spLocks noGrp="1"/>
          </p:cNvSpPr>
          <p:nvPr>
            <p:ph type="body" sz="quarter" idx="30"/>
          </p:nvPr>
        </p:nvSpPr>
        <p:spPr>
          <a:xfrm>
            <a:off x="349008" y="235259"/>
            <a:ext cx="11493985" cy="86177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000" spc="150">
                <a:latin typeface="FootLocker FL Classic"/>
                <a:ea typeface="FootLocker FL Classic"/>
                <a:cs typeface="FootLocker FL Classic"/>
                <a:sym typeface="FootLocker FL Classic"/>
              </a:defRPr>
            </a:lvl1pPr>
          </a:lstStyle>
          <a:p>
            <a:r>
              <a:t>Headline text goes here</a:t>
            </a:r>
          </a:p>
        </p:txBody>
      </p:sp>
      <p:pic>
        <p:nvPicPr>
          <p:cNvPr id="2" name="FL_Logo_Black_Primary_RGB.pdf" descr="FL_Logo_Black_Primary_RGB.pdf">
            <a:extLst>
              <a:ext uri="{FF2B5EF4-FFF2-40B4-BE49-F238E27FC236}">
                <a16:creationId xmlns:a16="http://schemas.microsoft.com/office/drawing/2014/main" id="{1D6EE4F8-B2FC-4C36-3DDD-CC117DDE45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08691" y="6325956"/>
            <a:ext cx="1974619" cy="40469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">
            <a:extLst>
              <a:ext uri="{FF2B5EF4-FFF2-40B4-BE49-F238E27FC236}">
                <a16:creationId xmlns:a16="http://schemas.microsoft.com/office/drawing/2014/main" id="{FAB73D47-7EC9-96AA-31E4-44E39AB80A2D}"/>
              </a:ext>
            </a:extLst>
          </p:cNvPr>
          <p:cNvGrpSpPr/>
          <p:nvPr userDrawn="1"/>
        </p:nvGrpSpPr>
        <p:grpSpPr>
          <a:xfrm>
            <a:off x="0" y="6325956"/>
            <a:ext cx="12189758" cy="532045"/>
            <a:chOff x="0" y="0"/>
            <a:chExt cx="24379515" cy="1064087"/>
          </a:xfrm>
        </p:grpSpPr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3DE2D361-3937-26D1-D505-D333638EC698}"/>
                </a:ext>
              </a:extLst>
            </p:cNvPr>
            <p:cNvSpPr/>
            <p:nvPr/>
          </p:nvSpPr>
          <p:spPr>
            <a:xfrm>
              <a:off x="-1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D9B224C7-1E38-7CED-AA21-904322C1B4B2}"/>
                </a:ext>
              </a:extLst>
            </p:cNvPr>
            <p:cNvSpPr/>
            <p:nvPr/>
          </p:nvSpPr>
          <p:spPr>
            <a:xfrm>
              <a:off x="43927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7583A164-2A10-3CCA-F29B-CC4F90302EC6}"/>
                </a:ext>
              </a:extLst>
            </p:cNvPr>
            <p:cNvSpPr/>
            <p:nvPr/>
          </p:nvSpPr>
          <p:spPr>
            <a:xfrm>
              <a:off x="87854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4A466CAF-52AC-E116-CBA7-AD738988C0DF}"/>
                </a:ext>
              </a:extLst>
            </p:cNvPr>
            <p:cNvSpPr/>
            <p:nvPr/>
          </p:nvSpPr>
          <p:spPr>
            <a:xfrm>
              <a:off x="131781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CCCB58F3-DA2C-A7FA-A6A7-A48714D32D5F}"/>
                </a:ext>
              </a:extLst>
            </p:cNvPr>
            <p:cNvSpPr/>
            <p:nvPr/>
          </p:nvSpPr>
          <p:spPr>
            <a:xfrm>
              <a:off x="175708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D4D91DC2-7719-E6A4-C121-8656C2B4A0EE}"/>
                </a:ext>
              </a:extLst>
            </p:cNvPr>
            <p:cNvSpPr/>
            <p:nvPr/>
          </p:nvSpPr>
          <p:spPr>
            <a:xfrm>
              <a:off x="219635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40930871-46EC-E763-8A82-4D96EC6C24B6}"/>
                </a:ext>
              </a:extLst>
            </p:cNvPr>
            <p:cNvSpPr/>
            <p:nvPr/>
          </p:nvSpPr>
          <p:spPr>
            <a:xfrm>
              <a:off x="2635623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6F7C55F2-4D1B-4A11-70FE-D50D152CB161}"/>
                </a:ext>
              </a:extLst>
            </p:cNvPr>
            <p:cNvSpPr/>
            <p:nvPr/>
          </p:nvSpPr>
          <p:spPr>
            <a:xfrm>
              <a:off x="307489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9A79999D-1D20-3BC7-BA35-E68D8AE32548}"/>
                </a:ext>
              </a:extLst>
            </p:cNvPr>
            <p:cNvSpPr/>
            <p:nvPr/>
          </p:nvSpPr>
          <p:spPr>
            <a:xfrm>
              <a:off x="351416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AB7F013C-0502-BB58-99A9-C7A5CEE3D8CA}"/>
                </a:ext>
              </a:extLst>
            </p:cNvPr>
            <p:cNvSpPr/>
            <p:nvPr/>
          </p:nvSpPr>
          <p:spPr>
            <a:xfrm>
              <a:off x="395343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D3F17813-7190-A500-A0D7-A7E0671615E5}"/>
                </a:ext>
              </a:extLst>
            </p:cNvPr>
            <p:cNvSpPr/>
            <p:nvPr/>
          </p:nvSpPr>
          <p:spPr>
            <a:xfrm>
              <a:off x="4392705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F07F1540-9056-1FDB-BD25-D77880425AF7}"/>
                </a:ext>
              </a:extLst>
            </p:cNvPr>
            <p:cNvSpPr/>
            <p:nvPr/>
          </p:nvSpPr>
          <p:spPr>
            <a:xfrm>
              <a:off x="4831975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BC7B1847-1A3D-04F7-E7A1-8A8D3DDB7843}"/>
                </a:ext>
              </a:extLst>
            </p:cNvPr>
            <p:cNvSpPr/>
            <p:nvPr/>
          </p:nvSpPr>
          <p:spPr>
            <a:xfrm>
              <a:off x="5271246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37276401-B8CD-C6C1-87BE-9FA114F06537}"/>
                </a:ext>
              </a:extLst>
            </p:cNvPr>
            <p:cNvSpPr/>
            <p:nvPr/>
          </p:nvSpPr>
          <p:spPr>
            <a:xfrm>
              <a:off x="5710516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6594546B-8F1E-2A15-313C-E1A268D4F237}"/>
                </a:ext>
              </a:extLst>
            </p:cNvPr>
            <p:cNvSpPr/>
            <p:nvPr/>
          </p:nvSpPr>
          <p:spPr>
            <a:xfrm>
              <a:off x="6149787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5F49D754-E643-B494-0BD9-6FE430B2993A}"/>
                </a:ext>
              </a:extLst>
            </p:cNvPr>
            <p:cNvSpPr/>
            <p:nvPr/>
          </p:nvSpPr>
          <p:spPr>
            <a:xfrm>
              <a:off x="658905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BAFBC759-367B-D13A-629D-170972E95244}"/>
                </a:ext>
              </a:extLst>
            </p:cNvPr>
            <p:cNvSpPr/>
            <p:nvPr/>
          </p:nvSpPr>
          <p:spPr>
            <a:xfrm>
              <a:off x="702832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E75342EA-42F8-B355-EF3F-99B8BD15B93F}"/>
                </a:ext>
              </a:extLst>
            </p:cNvPr>
            <p:cNvSpPr/>
            <p:nvPr/>
          </p:nvSpPr>
          <p:spPr>
            <a:xfrm>
              <a:off x="746759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Rectangle">
              <a:extLst>
                <a:ext uri="{FF2B5EF4-FFF2-40B4-BE49-F238E27FC236}">
                  <a16:creationId xmlns:a16="http://schemas.microsoft.com/office/drawing/2014/main" id="{C1107A13-5C0C-C1D9-8760-F695254E0130}"/>
                </a:ext>
              </a:extLst>
            </p:cNvPr>
            <p:cNvSpPr/>
            <p:nvPr/>
          </p:nvSpPr>
          <p:spPr>
            <a:xfrm>
              <a:off x="79068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3" name="Rectangle">
              <a:extLst>
                <a:ext uri="{FF2B5EF4-FFF2-40B4-BE49-F238E27FC236}">
                  <a16:creationId xmlns:a16="http://schemas.microsoft.com/office/drawing/2014/main" id="{2E9F5D62-56E1-32F8-A014-3B1F9814D97A}"/>
                </a:ext>
              </a:extLst>
            </p:cNvPr>
            <p:cNvSpPr/>
            <p:nvPr/>
          </p:nvSpPr>
          <p:spPr>
            <a:xfrm>
              <a:off x="83461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4EA93D8A-B492-E047-BDF5-2AF8B06FFEDB}"/>
                </a:ext>
              </a:extLst>
            </p:cNvPr>
            <p:cNvSpPr/>
            <p:nvPr/>
          </p:nvSpPr>
          <p:spPr>
            <a:xfrm>
              <a:off x="878541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C0368AD3-F166-0BE1-9E6E-AD908FC57B1D}"/>
                </a:ext>
              </a:extLst>
            </p:cNvPr>
            <p:cNvSpPr/>
            <p:nvPr/>
          </p:nvSpPr>
          <p:spPr>
            <a:xfrm>
              <a:off x="922468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" name="Rectangle">
              <a:extLst>
                <a:ext uri="{FF2B5EF4-FFF2-40B4-BE49-F238E27FC236}">
                  <a16:creationId xmlns:a16="http://schemas.microsoft.com/office/drawing/2014/main" id="{41B4F18A-B49F-CB8F-4CEA-5722CA5A7834}"/>
                </a:ext>
              </a:extLst>
            </p:cNvPr>
            <p:cNvSpPr/>
            <p:nvPr/>
          </p:nvSpPr>
          <p:spPr>
            <a:xfrm>
              <a:off x="1493519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" name="Rectangle">
              <a:extLst>
                <a:ext uri="{FF2B5EF4-FFF2-40B4-BE49-F238E27FC236}">
                  <a16:creationId xmlns:a16="http://schemas.microsoft.com/office/drawing/2014/main" id="{924B814C-FF14-1DE3-50BB-CA75729F8256}"/>
                </a:ext>
              </a:extLst>
            </p:cNvPr>
            <p:cNvSpPr/>
            <p:nvPr/>
          </p:nvSpPr>
          <p:spPr>
            <a:xfrm>
              <a:off x="153744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8" name="Rectangle">
              <a:extLst>
                <a:ext uri="{FF2B5EF4-FFF2-40B4-BE49-F238E27FC236}">
                  <a16:creationId xmlns:a16="http://schemas.microsoft.com/office/drawing/2014/main" id="{579B284B-6268-E1B8-94AC-5FF46D1F4CE4}"/>
                </a:ext>
              </a:extLst>
            </p:cNvPr>
            <p:cNvSpPr/>
            <p:nvPr/>
          </p:nvSpPr>
          <p:spPr>
            <a:xfrm>
              <a:off x="1581373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9B441500-8E25-B339-61FB-23F005CB31FF}"/>
                </a:ext>
              </a:extLst>
            </p:cNvPr>
            <p:cNvSpPr/>
            <p:nvPr/>
          </p:nvSpPr>
          <p:spPr>
            <a:xfrm>
              <a:off x="1625300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0" name="Rectangle">
              <a:extLst>
                <a:ext uri="{FF2B5EF4-FFF2-40B4-BE49-F238E27FC236}">
                  <a16:creationId xmlns:a16="http://schemas.microsoft.com/office/drawing/2014/main" id="{FD9597F8-C267-396B-A325-AA846354FC88}"/>
                </a:ext>
              </a:extLst>
            </p:cNvPr>
            <p:cNvSpPr/>
            <p:nvPr/>
          </p:nvSpPr>
          <p:spPr>
            <a:xfrm>
              <a:off x="1669228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FE347523-A874-6036-D546-52F5F150F774}"/>
                </a:ext>
              </a:extLst>
            </p:cNvPr>
            <p:cNvSpPr/>
            <p:nvPr/>
          </p:nvSpPr>
          <p:spPr>
            <a:xfrm>
              <a:off x="1713155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2" name="Rectangle">
              <a:extLst>
                <a:ext uri="{FF2B5EF4-FFF2-40B4-BE49-F238E27FC236}">
                  <a16:creationId xmlns:a16="http://schemas.microsoft.com/office/drawing/2014/main" id="{8F594257-EEC3-41C9-6324-973985EBBFC8}"/>
                </a:ext>
              </a:extLst>
            </p:cNvPr>
            <p:cNvSpPr/>
            <p:nvPr/>
          </p:nvSpPr>
          <p:spPr>
            <a:xfrm>
              <a:off x="1757082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3" name="Rectangle">
              <a:extLst>
                <a:ext uri="{FF2B5EF4-FFF2-40B4-BE49-F238E27FC236}">
                  <a16:creationId xmlns:a16="http://schemas.microsoft.com/office/drawing/2014/main" id="{655F9B6C-1D15-BB83-F504-700987F46DC6}"/>
                </a:ext>
              </a:extLst>
            </p:cNvPr>
            <p:cNvSpPr/>
            <p:nvPr/>
          </p:nvSpPr>
          <p:spPr>
            <a:xfrm>
              <a:off x="18010091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528BD253-C8C8-FF5B-69B8-D6B2A0529EC6}"/>
                </a:ext>
              </a:extLst>
            </p:cNvPr>
            <p:cNvSpPr/>
            <p:nvPr/>
          </p:nvSpPr>
          <p:spPr>
            <a:xfrm>
              <a:off x="18449362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5" name="Rectangle">
              <a:extLst>
                <a:ext uri="{FF2B5EF4-FFF2-40B4-BE49-F238E27FC236}">
                  <a16:creationId xmlns:a16="http://schemas.microsoft.com/office/drawing/2014/main" id="{52575A39-F0B6-7E8F-CEFB-12F14AF12A51}"/>
                </a:ext>
              </a:extLst>
            </p:cNvPr>
            <p:cNvSpPr/>
            <p:nvPr/>
          </p:nvSpPr>
          <p:spPr>
            <a:xfrm>
              <a:off x="18888633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6" name="Rectangle">
              <a:extLst>
                <a:ext uri="{FF2B5EF4-FFF2-40B4-BE49-F238E27FC236}">
                  <a16:creationId xmlns:a16="http://schemas.microsoft.com/office/drawing/2014/main" id="{36919671-0813-B114-6B1F-5F54206977A8}"/>
                </a:ext>
              </a:extLst>
            </p:cNvPr>
            <p:cNvSpPr/>
            <p:nvPr/>
          </p:nvSpPr>
          <p:spPr>
            <a:xfrm>
              <a:off x="19327903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7" name="Rectangle">
              <a:extLst>
                <a:ext uri="{FF2B5EF4-FFF2-40B4-BE49-F238E27FC236}">
                  <a16:creationId xmlns:a16="http://schemas.microsoft.com/office/drawing/2014/main" id="{8399656F-70F9-ECF7-C8A8-3495105D1115}"/>
                </a:ext>
              </a:extLst>
            </p:cNvPr>
            <p:cNvSpPr/>
            <p:nvPr/>
          </p:nvSpPr>
          <p:spPr>
            <a:xfrm>
              <a:off x="19767174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8" name="Rectangle">
              <a:extLst>
                <a:ext uri="{FF2B5EF4-FFF2-40B4-BE49-F238E27FC236}">
                  <a16:creationId xmlns:a16="http://schemas.microsoft.com/office/drawing/2014/main" id="{31BFE3A1-0BB6-F4B9-44E9-5D323A1E5874}"/>
                </a:ext>
              </a:extLst>
            </p:cNvPr>
            <p:cNvSpPr/>
            <p:nvPr/>
          </p:nvSpPr>
          <p:spPr>
            <a:xfrm>
              <a:off x="20206444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04E7EFB8-9CD3-1C47-B4D8-DFF80C11A361}"/>
                </a:ext>
              </a:extLst>
            </p:cNvPr>
            <p:cNvSpPr/>
            <p:nvPr/>
          </p:nvSpPr>
          <p:spPr>
            <a:xfrm>
              <a:off x="20645715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0" name="Rectangle">
              <a:extLst>
                <a:ext uri="{FF2B5EF4-FFF2-40B4-BE49-F238E27FC236}">
                  <a16:creationId xmlns:a16="http://schemas.microsoft.com/office/drawing/2014/main" id="{6D7EDEE3-A41A-8A3F-6432-259145C3057E}"/>
                </a:ext>
              </a:extLst>
            </p:cNvPr>
            <p:cNvSpPr/>
            <p:nvPr/>
          </p:nvSpPr>
          <p:spPr>
            <a:xfrm>
              <a:off x="21084985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2C872220-0B7E-D137-9F71-48B76347B9EB}"/>
                </a:ext>
              </a:extLst>
            </p:cNvPr>
            <p:cNvSpPr/>
            <p:nvPr/>
          </p:nvSpPr>
          <p:spPr>
            <a:xfrm>
              <a:off x="21524256" y="0"/>
              <a:ext cx="219637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Rectangle">
              <a:extLst>
                <a:ext uri="{FF2B5EF4-FFF2-40B4-BE49-F238E27FC236}">
                  <a16:creationId xmlns:a16="http://schemas.microsoft.com/office/drawing/2014/main" id="{92C4BB6E-2C6E-4886-4D4C-37002E990330}"/>
                </a:ext>
              </a:extLst>
            </p:cNvPr>
            <p:cNvSpPr/>
            <p:nvPr/>
          </p:nvSpPr>
          <p:spPr>
            <a:xfrm>
              <a:off x="21963527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3" name="Rectangle">
              <a:extLst>
                <a:ext uri="{FF2B5EF4-FFF2-40B4-BE49-F238E27FC236}">
                  <a16:creationId xmlns:a16="http://schemas.microsoft.com/office/drawing/2014/main" id="{02D5782F-FC5D-F076-E9D7-1E807FD1CD09}"/>
                </a:ext>
              </a:extLst>
            </p:cNvPr>
            <p:cNvSpPr/>
            <p:nvPr/>
          </p:nvSpPr>
          <p:spPr>
            <a:xfrm>
              <a:off x="22402798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4" name="Rectangle">
              <a:extLst>
                <a:ext uri="{FF2B5EF4-FFF2-40B4-BE49-F238E27FC236}">
                  <a16:creationId xmlns:a16="http://schemas.microsoft.com/office/drawing/2014/main" id="{7A92D187-FA2C-0DE1-B864-9113D3E2FD70}"/>
                </a:ext>
              </a:extLst>
            </p:cNvPr>
            <p:cNvSpPr/>
            <p:nvPr/>
          </p:nvSpPr>
          <p:spPr>
            <a:xfrm>
              <a:off x="2284206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5" name="Rectangle">
              <a:extLst>
                <a:ext uri="{FF2B5EF4-FFF2-40B4-BE49-F238E27FC236}">
                  <a16:creationId xmlns:a16="http://schemas.microsoft.com/office/drawing/2014/main" id="{DAF0A89A-754A-1D20-7612-4913E26D62E5}"/>
                </a:ext>
              </a:extLst>
            </p:cNvPr>
            <p:cNvSpPr/>
            <p:nvPr/>
          </p:nvSpPr>
          <p:spPr>
            <a:xfrm>
              <a:off x="232813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6" name="Rectangle">
              <a:extLst>
                <a:ext uri="{FF2B5EF4-FFF2-40B4-BE49-F238E27FC236}">
                  <a16:creationId xmlns:a16="http://schemas.microsoft.com/office/drawing/2014/main" id="{E2C718E9-1B33-31D1-8648-3F8A691870EB}"/>
                </a:ext>
              </a:extLst>
            </p:cNvPr>
            <p:cNvSpPr/>
            <p:nvPr/>
          </p:nvSpPr>
          <p:spPr>
            <a:xfrm>
              <a:off x="2328134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7" name="Rectangle">
              <a:extLst>
                <a:ext uri="{FF2B5EF4-FFF2-40B4-BE49-F238E27FC236}">
                  <a16:creationId xmlns:a16="http://schemas.microsoft.com/office/drawing/2014/main" id="{591EB4F6-B855-E33F-8974-377F77207631}"/>
                </a:ext>
              </a:extLst>
            </p:cNvPr>
            <p:cNvSpPr/>
            <p:nvPr/>
          </p:nvSpPr>
          <p:spPr>
            <a:xfrm>
              <a:off x="23720609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58" name="Rectangle">
              <a:extLst>
                <a:ext uri="{FF2B5EF4-FFF2-40B4-BE49-F238E27FC236}">
                  <a16:creationId xmlns:a16="http://schemas.microsoft.com/office/drawing/2014/main" id="{1AA06106-470F-4F7E-CA35-A8764BD96972}"/>
                </a:ext>
              </a:extLst>
            </p:cNvPr>
            <p:cNvSpPr/>
            <p:nvPr/>
          </p:nvSpPr>
          <p:spPr>
            <a:xfrm>
              <a:off x="24159880" y="0"/>
              <a:ext cx="219636" cy="106408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</p:spTree>
    <p:extLst>
      <p:ext uri="{BB962C8B-B14F-4D97-AF65-F5344CB8AC3E}">
        <p14:creationId xmlns:p14="http://schemas.microsoft.com/office/powerpoint/2010/main" val="19428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A0A50223-4EA7-49FF-B6AE-4C66B189A25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14B41-F249-E343-CDA0-660BF720E4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20574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Foot Locker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7643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HRIS.SuccessFactors@footlocker.com" TargetMode="External"/><Relationship Id="rId3" Type="http://schemas.openxmlformats.org/officeDocument/2006/relationships/image" Target="../media/image13.ABDF50B0"/><Relationship Id="rId7" Type="http://schemas.openxmlformats.org/officeDocument/2006/relationships/hyperlink" Target="https://footlocker.sharepoint.com/sites/HRIS/Trainings%20and%20End%20User%20Manuals/Forms/AllItems.aspx?viewid=9f57e36a%2Dfd42%2D491d%2Dbb4c%2D477ca9e1e214&amp;id=%2Fsites%2FHRIS%2FTrainings%20and%20End%20User%20Manuals%2FSuccessFactors%2FSuccessFactors%5FHowToRunReports%5F2025%2Epdf&amp;parent=%2Fsites%2FHRIS%2FTrainings%20and%20End%20User%20Manuals%2FSuccessFactors" TargetMode="External"/><Relationship Id="rId2" Type="http://schemas.openxmlformats.org/officeDocument/2006/relationships/hyperlink" Target="https://performancemanager4.successfactors.com/sf/start?_s.crb=wng5hNqwYbBFTMu5pGB6XVQxOGwa8acZHNJQq6LAC0I%253d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footlocker.sharepoint.com/:b:/s/HRIS/IQCd9drZssVZRYSJwAjjUqShAZukkqTt_Nr604CvWYiGgxI?e=4hOdhp" TargetMode="External"/><Relationship Id="rId5" Type="http://schemas.openxmlformats.org/officeDocument/2006/relationships/hyperlink" Target="https://footlocker.sharepoint.com/sites/HRIS/Trainings%20and%20End%20User%20Manuals/SuccessFactors/SuccessFactors_Org%20Chart%20Navigation_2026.pdf?CT=1773065171054&amp;OR=ItemsView" TargetMode="External"/><Relationship Id="rId4" Type="http://schemas.openxmlformats.org/officeDocument/2006/relationships/hyperlink" Target="https://footlocker.sharepoint.com/sites/HRIS/Trainings%20and%20End%20User%20Manuals/SuccessFactors/SuccessFactors_Dashboard%20Navigation_2026.pdf?CT=1773065176680&amp;OR=ItemsView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6.xml"/><Relationship Id="rId6" Type="http://schemas.microsoft.com/office/2007/relationships/diagramDrawing" Target="../diagrams/drawing1.xml"/><Relationship Id="rId11" Type="http://schemas.openxmlformats.org/officeDocument/2006/relationships/image" Target="../media/image18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HRIS.SetupRequests@footlocker.com" TargetMode="External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245DFB-1FB0-C785-BB08-142563EE4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28" y="548640"/>
            <a:ext cx="7203297" cy="4099560"/>
          </a:xfrm>
        </p:spPr>
        <p:txBody>
          <a:bodyPr/>
          <a:lstStyle/>
          <a:p>
            <a:r>
              <a:rPr lang="en-US" sz="7200" dirty="0">
                <a:latin typeface="FootLocker FL Classic" panose="00000800000000000000" pitchFamily="50" charset="0"/>
              </a:rPr>
              <a:t>SuccessFactors System Training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062000E-A09D-D2B5-7191-1FC4C669B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5483354" cy="1093304"/>
          </a:xfrm>
          <a:solidFill>
            <a:schemeClr val="tx1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HCM Software | Automated and Autonomous HR | SAP">
            <a:extLst>
              <a:ext uri="{FF2B5EF4-FFF2-40B4-BE49-F238E27FC236}">
                <a16:creationId xmlns:a16="http://schemas.microsoft.com/office/drawing/2014/main" id="{F137B41A-083D-A358-D0AE-AC4033899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48" y="4631416"/>
            <a:ext cx="1403485" cy="1403485"/>
          </a:xfrm>
          <a:prstGeom prst="rect">
            <a:avLst/>
          </a:prstGeom>
        </p:spPr>
      </p:pic>
      <p:pic>
        <p:nvPicPr>
          <p:cNvPr id="9" name="Picture 8" descr="Foot Locker Logo, symbol, meaning, history, PNG, brand">
            <a:extLst>
              <a:ext uri="{FF2B5EF4-FFF2-40B4-BE49-F238E27FC236}">
                <a16:creationId xmlns:a16="http://schemas.microsoft.com/office/drawing/2014/main" id="{132FA700-3F55-FE2B-BDF2-7901A0324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92" y="4356955"/>
            <a:ext cx="3470942" cy="19524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5F6AE8-1A35-E658-A0F1-2E8EBDBE4929}"/>
              </a:ext>
            </a:extLst>
          </p:cNvPr>
          <p:cNvSpPr txBox="1"/>
          <p:nvPr/>
        </p:nvSpPr>
        <p:spPr>
          <a:xfrm>
            <a:off x="2006999" y="5248912"/>
            <a:ext cx="36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CD336-BC87-629C-2A95-316A0AE74D09}"/>
              </a:ext>
            </a:extLst>
          </p:cNvPr>
          <p:cNvSpPr txBox="1"/>
          <p:nvPr/>
        </p:nvSpPr>
        <p:spPr>
          <a:xfrm>
            <a:off x="298159" y="2998113"/>
            <a:ext cx="61123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FFFF"/>
                </a:solidFill>
                <a:latin typeface="FootLocker FL Standard" panose="00000500000000000000" pitchFamily="50" charset="0"/>
              </a:rPr>
              <a:t>Presented by: HRIS SuccessFactors</a:t>
            </a:r>
          </a:p>
        </p:txBody>
      </p:sp>
      <p:pic>
        <p:nvPicPr>
          <p:cNvPr id="3" name="Picture 27" descr="Picture 27">
            <a:extLst>
              <a:ext uri="{FF2B5EF4-FFF2-40B4-BE49-F238E27FC236}">
                <a16:creationId xmlns:a16="http://schemas.microsoft.com/office/drawing/2014/main" id="{0E514A04-6578-0DFA-CCEC-37DA187B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53" t="1261" r="16539" b="34750"/>
          <a:stretch>
            <a:fillRect/>
          </a:stretch>
        </p:blipFill>
        <p:spPr>
          <a:xfrm>
            <a:off x="7128873" y="0"/>
            <a:ext cx="5063127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565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D1AFD0A3-8259-3FD8-2416-15BE0419E6C6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F401522-9BEC-7550-56CA-055DC825882B}"/>
              </a:ext>
            </a:extLst>
          </p:cNvPr>
          <p:cNvSpPr/>
          <p:nvPr/>
        </p:nvSpPr>
        <p:spPr>
          <a:xfrm>
            <a:off x="27432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TRAINING AGENDA</a:t>
            </a:r>
            <a:endParaRPr lang="en-US" sz="2400" dirty="0">
              <a:latin typeface="FootLocker FL Classic" panose="00000800000000000000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B59892B-7A9D-5297-D91E-72C14FD487DC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632138D-2714-4710-9211-FE3A9DC82829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4855" y="864065"/>
            <a:ext cx="5676838" cy="5405377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Overview of the System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500" dirty="0">
                <a:latin typeface="FootLocker FL Standard" panose="00000500000000000000" pitchFamily="50" charset="0"/>
              </a:rPr>
              <a:t>Accessing SuccessFactors/Helpful Resources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500" dirty="0">
                <a:latin typeface="FootLocker FL Standard" panose="00000500000000000000" pitchFamily="50" charset="0"/>
              </a:rPr>
              <a:t>What do we use SuccessFactors for? 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Organization Charts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500" dirty="0">
                <a:latin typeface="FootLocker FL Standard" panose="00000500000000000000" pitchFamily="50" charset="0"/>
              </a:rPr>
              <a:t>Viewing and exporting org charts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Performance Objective Plan, Development Goal Plan, and Talent Review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500" dirty="0">
                <a:latin typeface="FootLocker FL Standard" panose="00000500000000000000" pitchFamily="50" charset="0"/>
              </a:rPr>
              <a:t>Review the outlined talent processes from a system user experience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Reporting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500" dirty="0">
                <a:latin typeface="FootLocker FL Standard" panose="00000500000000000000" pitchFamily="50" charset="0"/>
              </a:rPr>
              <a:t>How to run reports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HR Champion vs HRBP Access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>
                <a:latin typeface="FootLocker FL Standard" panose="00000500000000000000" pitchFamily="50" charset="0"/>
              </a:rPr>
              <a:t>Different HR user access in SuccessFactors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grpSp>
        <p:nvGrpSpPr>
          <p:cNvPr id="14" name="Group">
            <a:extLst>
              <a:ext uri="{FF2B5EF4-FFF2-40B4-BE49-F238E27FC236}">
                <a16:creationId xmlns:a16="http://schemas.microsoft.com/office/drawing/2014/main" id="{70DB4BF3-2C17-7AAF-E1E3-3651629315C3}"/>
              </a:ext>
            </a:extLst>
          </p:cNvPr>
          <p:cNvGrpSpPr/>
          <p:nvPr/>
        </p:nvGrpSpPr>
        <p:grpSpPr>
          <a:xfrm>
            <a:off x="7209843" y="617220"/>
            <a:ext cx="3444937" cy="6014504"/>
            <a:chOff x="0" y="0"/>
            <a:chExt cx="7179326" cy="10518668"/>
          </a:xfrm>
        </p:grpSpPr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826AF133-FF63-D3A0-D69F-6A5F4DE4420C}"/>
                </a:ext>
              </a:extLst>
            </p:cNvPr>
            <p:cNvSpPr/>
            <p:nvPr/>
          </p:nvSpPr>
          <p:spPr>
            <a:xfrm>
              <a:off x="635119" y="0"/>
              <a:ext cx="6544207" cy="9885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76" y="21600"/>
                  </a:moveTo>
                  <a:lnTo>
                    <a:pt x="0" y="21600"/>
                  </a:lnTo>
                  <a:lnTo>
                    <a:pt x="0" y="326"/>
                  </a:lnTo>
                  <a:lnTo>
                    <a:pt x="524" y="0"/>
                  </a:lnTo>
                  <a:lnTo>
                    <a:pt x="524" y="21253"/>
                  </a:lnTo>
                  <a:lnTo>
                    <a:pt x="21600" y="21253"/>
                  </a:lnTo>
                  <a:lnTo>
                    <a:pt x="21076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1pPr>
              <a:lvl2pPr marL="0" marR="0" indent="457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2pPr>
              <a:lvl3pPr marL="0" marR="0" indent="914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3pPr>
              <a:lvl4pPr marL="0" marR="0" indent="1371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4pPr>
              <a:lvl5pPr marL="0" marR="0" indent="18288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5pPr>
              <a:lvl6pPr marL="0" marR="0" indent="22860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6pPr>
              <a:lvl7pPr marL="0" marR="0" indent="2743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7pPr>
              <a:lvl8pPr marL="0" marR="0" indent="3200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8pPr>
              <a:lvl9pPr marL="0" marR="0" indent="3657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9pPr>
            </a:lstStyle>
            <a:p>
              <a:pPr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1EFD40CA-1225-426F-1C28-B4B48D382CFB}"/>
                </a:ext>
              </a:extLst>
            </p:cNvPr>
            <p:cNvSpPr/>
            <p:nvPr/>
          </p:nvSpPr>
          <p:spPr>
            <a:xfrm>
              <a:off x="318082" y="308111"/>
              <a:ext cx="6520732" cy="9892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74" y="21600"/>
                  </a:moveTo>
                  <a:lnTo>
                    <a:pt x="0" y="21600"/>
                  </a:lnTo>
                  <a:lnTo>
                    <a:pt x="0" y="325"/>
                  </a:lnTo>
                  <a:lnTo>
                    <a:pt x="526" y="0"/>
                  </a:lnTo>
                  <a:lnTo>
                    <a:pt x="526" y="21253"/>
                  </a:lnTo>
                  <a:lnTo>
                    <a:pt x="21600" y="21253"/>
                  </a:lnTo>
                  <a:lnTo>
                    <a:pt x="21074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1pPr>
              <a:lvl2pPr marL="0" marR="0" indent="457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2pPr>
              <a:lvl3pPr marL="0" marR="0" indent="914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3pPr>
              <a:lvl4pPr marL="0" marR="0" indent="1371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4pPr>
              <a:lvl5pPr marL="0" marR="0" indent="18288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5pPr>
              <a:lvl6pPr marL="0" marR="0" indent="22860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6pPr>
              <a:lvl7pPr marL="0" marR="0" indent="2743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7pPr>
              <a:lvl8pPr marL="0" marR="0" indent="3200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8pPr>
              <a:lvl9pPr marL="0" marR="0" indent="3657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9pPr>
            </a:lstStyle>
            <a:p>
              <a:pPr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dirty="0"/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493AF7AB-DD03-57E5-7E44-B14F7A3764CC}"/>
                </a:ext>
              </a:extLst>
            </p:cNvPr>
            <p:cNvSpPr/>
            <p:nvPr/>
          </p:nvSpPr>
          <p:spPr>
            <a:xfrm>
              <a:off x="0" y="632681"/>
              <a:ext cx="6535088" cy="9885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75" y="21600"/>
                  </a:moveTo>
                  <a:lnTo>
                    <a:pt x="0" y="21600"/>
                  </a:lnTo>
                  <a:lnTo>
                    <a:pt x="0" y="326"/>
                  </a:lnTo>
                  <a:lnTo>
                    <a:pt x="525" y="0"/>
                  </a:lnTo>
                  <a:lnTo>
                    <a:pt x="525" y="21253"/>
                  </a:lnTo>
                  <a:lnTo>
                    <a:pt x="21600" y="21253"/>
                  </a:lnTo>
                  <a:lnTo>
                    <a:pt x="21075" y="216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1pPr>
              <a:lvl2pPr marL="0" marR="0" indent="457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2pPr>
              <a:lvl3pPr marL="0" marR="0" indent="914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3pPr>
              <a:lvl4pPr marL="0" marR="0" indent="1371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4pPr>
              <a:lvl5pPr marL="0" marR="0" indent="18288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5pPr>
              <a:lvl6pPr marL="0" marR="0" indent="22860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6pPr>
              <a:lvl7pPr marL="0" marR="0" indent="27432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7pPr>
              <a:lvl8pPr marL="0" marR="0" indent="32004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8pPr>
              <a:lvl9pPr marL="0" marR="0" indent="365760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50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FootLocker FL Standard"/>
                  <a:ea typeface="FootLocker FL Standard"/>
                  <a:cs typeface="FootLocker FL Standard"/>
                  <a:sym typeface="FootLocker FL Standard"/>
                </a:defRPr>
              </a:lvl9pPr>
            </a:lstStyle>
            <a:p>
              <a:pPr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2E150A72-AD00-F7F5-D587-473CD74A921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14816" r="4235"/>
          <a:stretch>
            <a:fillRect/>
          </a:stretch>
        </p:blipFill>
        <p:spPr>
          <a:xfrm>
            <a:off x="7731817" y="656236"/>
            <a:ext cx="3517405" cy="5431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17693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5E32-27CD-46FC-C5EB-F4EC66A8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C705D8CB-0CC0-D27F-424A-B21C0FE520D8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3F56B22-1E22-9597-B8EA-7CF377FF7CD8}"/>
              </a:ext>
            </a:extLst>
          </p:cNvPr>
          <p:cNvSpPr/>
          <p:nvPr/>
        </p:nvSpPr>
        <p:spPr>
          <a:xfrm>
            <a:off x="27432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Accessing SuccessFactors/Helpful Resources</a:t>
            </a:r>
            <a:endParaRPr lang="en-US" sz="2400" dirty="0">
              <a:latin typeface="FootLocker FL Classic" panose="00000800000000000000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0590642-02CD-75D0-FA60-E3EB0578A162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5DD90-C4BD-18A3-2F9D-80CF50FED409}"/>
              </a:ext>
            </a:extLst>
          </p:cNvPr>
          <p:cNvSpPr txBox="1"/>
          <p:nvPr/>
        </p:nvSpPr>
        <p:spPr>
          <a:xfrm>
            <a:off x="274320" y="594360"/>
            <a:ext cx="5070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600" u="sng" kern="100" dirty="0">
                <a:solidFill>
                  <a:schemeClr val="accent5"/>
                </a:solidFill>
                <a:latin typeface="FootLocker FL Classic" panose="00000800000000000000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SuccessFactors URL</a:t>
            </a:r>
            <a:endParaRPr lang="en-US" sz="4000" kern="100" dirty="0">
              <a:solidFill>
                <a:schemeClr val="accent5"/>
              </a:solidFill>
              <a:effectLst/>
              <a:latin typeface="FootLocker FL Classic" panose="000008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3A1C8-A8F5-4BC2-3816-6325A769627B}"/>
              </a:ext>
            </a:extLst>
          </p:cNvPr>
          <p:cNvSpPr txBox="1"/>
          <p:nvPr/>
        </p:nvSpPr>
        <p:spPr>
          <a:xfrm>
            <a:off x="274320" y="1332131"/>
            <a:ext cx="515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All first-time users will be prompted to enter in the SuccessFactors Company ID </a:t>
            </a:r>
            <a:endParaRPr lang="en-US" kern="100" dirty="0"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After it is entered once, users do not typically have to enter it in again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SuccessFactors Company ID: </a:t>
            </a:r>
            <a:r>
              <a:rPr lang="en-US" b="1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FL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75E9AB-1D10-524E-7B51-829544688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87" y="594360"/>
            <a:ext cx="4460966" cy="2830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78096B-C678-48A0-CC95-63E00F48FB83}"/>
              </a:ext>
            </a:extLst>
          </p:cNvPr>
          <p:cNvSpPr txBox="1"/>
          <p:nvPr/>
        </p:nvSpPr>
        <p:spPr>
          <a:xfrm>
            <a:off x="459378" y="3469392"/>
            <a:ext cx="3940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4000" kern="100" dirty="0">
                <a:effectLst/>
                <a:latin typeface="FootLocker FL Classic" panose="000008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F6F949-D398-704E-0FC7-DBBDD358E050}"/>
              </a:ext>
            </a:extLst>
          </p:cNvPr>
          <p:cNvSpPr txBox="1"/>
          <p:nvPr/>
        </p:nvSpPr>
        <p:spPr>
          <a:xfrm>
            <a:off x="274320" y="4177278"/>
            <a:ext cx="51576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accent5"/>
                </a:solidFill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Navigation</a:t>
            </a:r>
            <a:endParaRPr lang="en-US" kern="100" dirty="0">
              <a:solidFill>
                <a:schemeClr val="accent5"/>
              </a:solidFill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accent5"/>
                </a:solidFill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Organizational Chart Navigation</a:t>
            </a:r>
            <a:endParaRPr lang="en-US" kern="100" dirty="0">
              <a:solidFill>
                <a:schemeClr val="accent5"/>
              </a:solidFill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accent5"/>
                </a:solidFill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Profile Navigation</a:t>
            </a:r>
            <a:endParaRPr lang="en-US" kern="100" dirty="0">
              <a:solidFill>
                <a:schemeClr val="accent5"/>
              </a:solidFill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accent5"/>
                </a:solidFill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Reporting How-To (Specific to Year-End)</a:t>
            </a:r>
            <a:endParaRPr lang="en-US" kern="100" dirty="0">
              <a:solidFill>
                <a:schemeClr val="accent5"/>
              </a:solidFill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7E19D7-157D-EFF6-17C0-F29248AFD408}"/>
              </a:ext>
            </a:extLst>
          </p:cNvPr>
          <p:cNvSpPr txBox="1"/>
          <p:nvPr/>
        </p:nvSpPr>
        <p:spPr>
          <a:xfrm>
            <a:off x="6094476" y="3516798"/>
            <a:ext cx="3940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4000" kern="100" dirty="0">
                <a:effectLst/>
                <a:latin typeface="FootLocker FL Classic" panose="000008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Need Support?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2971A4-21E1-0688-27A2-9C017059B1DD}"/>
              </a:ext>
            </a:extLst>
          </p:cNvPr>
          <p:cNvSpPr txBox="1"/>
          <p:nvPr/>
        </p:nvSpPr>
        <p:spPr>
          <a:xfrm>
            <a:off x="6071180" y="4176256"/>
            <a:ext cx="5752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For any technical support or access assistance, please reach out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chemeClr val="accent5"/>
                </a:solidFill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HRIS.SuccessFactors@footlocker.com</a:t>
            </a:r>
            <a:r>
              <a:rPr lang="en-US" kern="100" dirty="0">
                <a:solidFill>
                  <a:schemeClr val="accent5"/>
                </a:solidFill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solidFill>
                <a:schemeClr val="accent5"/>
              </a:solidFill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55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F3D4-0CC9-1A8B-62AE-71D6B562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AC9602FC-A15D-2BD3-B51D-45F879B2A2C5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E6AA9E1-6D19-B8F3-F2F0-5488B9FE64AD}"/>
              </a:ext>
            </a:extLst>
          </p:cNvPr>
          <p:cNvSpPr/>
          <p:nvPr/>
        </p:nvSpPr>
        <p:spPr>
          <a:xfrm>
            <a:off x="27432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Overview of System</a:t>
            </a:r>
            <a:endParaRPr lang="en-US" sz="2400" dirty="0">
              <a:latin typeface="FootLocker FL Classic" panose="00000800000000000000" pitchFamily="50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98ECDE8E-4512-464E-098C-0B92D6EE9BA2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320FFD4-BB1C-6FF3-9A8C-72D64CA1B96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74320" y="594360"/>
            <a:ext cx="5676838" cy="502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What do we use SuccessFactors for?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558CB7-65B4-7AAA-3DD6-169E3E491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534808"/>
              </p:ext>
            </p:extLst>
          </p:nvPr>
        </p:nvGraphicFramePr>
        <p:xfrm>
          <a:off x="308465" y="1051380"/>
          <a:ext cx="4506726" cy="5212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EB2DCA7E-BB54-2362-3D12-1FCE5A508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229" y="1280303"/>
            <a:ext cx="470170" cy="470170"/>
          </a:xfrm>
          <a:prstGeom prst="rect">
            <a:avLst/>
          </a:prstGeom>
        </p:spPr>
      </p:pic>
      <p:pic>
        <p:nvPicPr>
          <p:cNvPr id="12" name="Graphic 11" descr="Open book with solid fill">
            <a:extLst>
              <a:ext uri="{FF2B5EF4-FFF2-40B4-BE49-F238E27FC236}">
                <a16:creationId xmlns:a16="http://schemas.microsoft.com/office/drawing/2014/main" id="{466BD993-069D-9406-8063-56250CEC7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031" y="1985217"/>
            <a:ext cx="502920" cy="502920"/>
          </a:xfrm>
          <a:prstGeom prst="rect">
            <a:avLst/>
          </a:prstGeom>
        </p:spPr>
      </p:pic>
      <p:pic>
        <p:nvPicPr>
          <p:cNvPr id="15" name="Graphic 14" descr="Classroom with solid fill">
            <a:extLst>
              <a:ext uri="{FF2B5EF4-FFF2-40B4-BE49-F238E27FC236}">
                <a16:creationId xmlns:a16="http://schemas.microsoft.com/office/drawing/2014/main" id="{D9EAB853-104A-7D42-E445-F83F4A6E0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8307" y="2683969"/>
            <a:ext cx="502920" cy="502920"/>
          </a:xfrm>
          <a:prstGeom prst="rect">
            <a:avLst/>
          </a:prstGeom>
        </p:spPr>
      </p:pic>
      <p:pic>
        <p:nvPicPr>
          <p:cNvPr id="18" name="Graphic 17" descr="Checklist with solid fill">
            <a:extLst>
              <a:ext uri="{FF2B5EF4-FFF2-40B4-BE49-F238E27FC236}">
                <a16:creationId xmlns:a16="http://schemas.microsoft.com/office/drawing/2014/main" id="{210DCFB3-2CEF-ACD4-3F9B-31E0E929B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659" y="3467353"/>
            <a:ext cx="411480" cy="411480"/>
          </a:xfrm>
          <a:prstGeom prst="rect">
            <a:avLst/>
          </a:prstGeom>
        </p:spPr>
      </p:pic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3DA73BBB-D1DD-2035-C107-BC17F7FDE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7483" y="4143605"/>
            <a:ext cx="464567" cy="464567"/>
          </a:xfrm>
          <a:prstGeom prst="rect">
            <a:avLst/>
          </a:prstGeom>
        </p:spPr>
      </p:pic>
      <p:pic>
        <p:nvPicPr>
          <p:cNvPr id="27" name="Graphic 26" descr="Boardroom with solid fill">
            <a:extLst>
              <a:ext uri="{FF2B5EF4-FFF2-40B4-BE49-F238E27FC236}">
                <a16:creationId xmlns:a16="http://schemas.microsoft.com/office/drawing/2014/main" id="{9BBBF40D-8588-2059-B15D-A149C8FAA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6031" y="4835549"/>
            <a:ext cx="502920" cy="502920"/>
          </a:xfrm>
          <a:prstGeom prst="rect">
            <a:avLst/>
          </a:prstGeom>
        </p:spPr>
      </p:pic>
      <p:pic>
        <p:nvPicPr>
          <p:cNvPr id="29" name="Graphic 28" descr="Hierarchy with solid fill">
            <a:extLst>
              <a:ext uri="{FF2B5EF4-FFF2-40B4-BE49-F238E27FC236}">
                <a16:creationId xmlns:a16="http://schemas.microsoft.com/office/drawing/2014/main" id="{2946C4B0-97E4-AB0A-42B0-1672C1E1F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4773" y="5524572"/>
            <a:ext cx="502921" cy="502921"/>
          </a:xfrm>
          <a:prstGeom prst="rect">
            <a:avLst/>
          </a:prstGeom>
        </p:spPr>
      </p:pic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B61D6AEA-2F3E-285E-C4C3-B9FD14D5B99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4476" y="548460"/>
            <a:ext cx="5676838" cy="502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Quick Facts about SuccessFactors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10F27D-7FE1-0792-2EEB-CCC09BC33AC0}"/>
              </a:ext>
            </a:extLst>
          </p:cNvPr>
          <p:cNvSpPr txBox="1"/>
          <p:nvPr/>
        </p:nvSpPr>
        <p:spPr>
          <a:xfrm>
            <a:off x="6067466" y="1000257"/>
            <a:ext cx="58307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PeopleSoft is the system of record; most data entered in SuccessFactors does not flow back to PeopleSoft, except for select updates such as year-end performance ratings</a:t>
            </a:r>
          </a:p>
          <a:p>
            <a:pPr marR="0"/>
            <a:endParaRPr lang="en-US" kern="100" dirty="0"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Teammate data is sent from PeopleSoft to SuccessFactors through a daily integration feed, with changes appearing on or after their effective date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endParaRPr lang="en-US" kern="100" dirty="0"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SuccessFactors currently supports Global Non-Store and WSS Non-Store teammates, with North American Store Managers and Assistant Managers being added soon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endParaRPr lang="en-US" kern="100" dirty="0">
              <a:effectLst/>
              <a:latin typeface="Foot Locker" panose="02000503000000020003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Foot Locker" panose="02000503000000020003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Management forms are available back to 2016</a:t>
            </a:r>
          </a:p>
        </p:txBody>
      </p:sp>
    </p:spTree>
    <p:extLst>
      <p:ext uri="{BB962C8B-B14F-4D97-AF65-F5344CB8AC3E}">
        <p14:creationId xmlns:p14="http://schemas.microsoft.com/office/powerpoint/2010/main" val="13457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870D-8AD2-E8EC-5014-73250883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1E682F7A-71F4-DF90-C67B-55EA6A771CCD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8BD661E-50C4-12C0-C527-23B36701C138}"/>
              </a:ext>
            </a:extLst>
          </p:cNvPr>
          <p:cNvSpPr/>
          <p:nvPr/>
        </p:nvSpPr>
        <p:spPr>
          <a:xfrm>
            <a:off x="27432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Organization Chart</a:t>
            </a:r>
            <a:endParaRPr lang="en-US" sz="2400" dirty="0">
              <a:latin typeface="FootLocker FL Classic" panose="00000800000000000000" pitchFamily="50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61A37519-9921-0600-E218-6E58D87ED0B3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0BC78-2DCA-1800-E4A4-A147711727B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74320" y="594360"/>
            <a:ext cx="5676838" cy="502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Viewing and Exporting Org Charts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BA683D-1B89-1F5C-48DF-34993587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14" y="1597700"/>
            <a:ext cx="8203172" cy="329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2553D8-FDD1-57EC-FA08-376BB57D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906" y="617220"/>
            <a:ext cx="2093774" cy="2655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34E7931-2297-A4F3-A083-F27B092DB404}"/>
              </a:ext>
            </a:extLst>
          </p:cNvPr>
          <p:cNvSpPr/>
          <p:nvPr/>
        </p:nvSpPr>
        <p:spPr>
          <a:xfrm>
            <a:off x="9465617" y="2194559"/>
            <a:ext cx="358289" cy="34684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251571-6DE5-4B15-451C-BA1AAC23EDEF}"/>
              </a:ext>
            </a:extLst>
          </p:cNvPr>
          <p:cNvSpPr/>
          <p:nvPr/>
        </p:nvSpPr>
        <p:spPr>
          <a:xfrm>
            <a:off x="1898168" y="2112579"/>
            <a:ext cx="2219785" cy="5486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E06DC2-2733-1A9E-2737-716C973D9F39}"/>
              </a:ext>
            </a:extLst>
          </p:cNvPr>
          <p:cNvSpPr/>
          <p:nvPr/>
        </p:nvSpPr>
        <p:spPr>
          <a:xfrm>
            <a:off x="3701743" y="1597700"/>
            <a:ext cx="769358" cy="306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Shape"/>
          <p:cNvSpPr/>
          <p:nvPr/>
        </p:nvSpPr>
        <p:spPr>
          <a:xfrm rot="10800000" flipH="1">
            <a:off x="400561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071" name="Shape"/>
          <p:cNvSpPr/>
          <p:nvPr/>
        </p:nvSpPr>
        <p:spPr>
          <a:xfrm rot="10800000" flipH="1">
            <a:off x="4440320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072" name="Shape"/>
          <p:cNvSpPr/>
          <p:nvPr/>
        </p:nvSpPr>
        <p:spPr>
          <a:xfrm rot="10800000" flipH="1">
            <a:off x="8480080" y="1878815"/>
            <a:ext cx="3311360" cy="3884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09" y="317"/>
                </a:lnTo>
                <a:lnTo>
                  <a:pt x="409" y="21176"/>
                </a:lnTo>
                <a:lnTo>
                  <a:pt x="21124" y="2117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074" name="Group 1 text"/>
          <p:cNvSpPr txBox="1">
            <a:spLocks noGrp="1"/>
          </p:cNvSpPr>
          <p:nvPr>
            <p:ph type="body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Objective Plan</a:t>
            </a:r>
            <a:endParaRPr dirty="0"/>
          </a:p>
        </p:txBody>
      </p:sp>
      <p:sp>
        <p:nvSpPr>
          <p:cNvPr id="2075" name="Group 2 text"/>
          <p:cNvSpPr txBox="1">
            <a:spLocks noGrp="1"/>
          </p:cNvSpPr>
          <p:nvPr>
            <p:ph type="body" idx="28"/>
          </p:nvPr>
        </p:nvSpPr>
        <p:spPr>
          <a:xfrm>
            <a:off x="4472185" y="1330132"/>
            <a:ext cx="3311360" cy="46166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Development Plan</a:t>
            </a:r>
            <a:endParaRPr dirty="0"/>
          </a:p>
        </p:txBody>
      </p:sp>
      <p:sp>
        <p:nvSpPr>
          <p:cNvPr id="2076" name="Group 3 text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Talent Review</a:t>
            </a:r>
            <a:endParaRPr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433F54-09B3-14B1-15F4-450F9C04F4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92" y="2031623"/>
            <a:ext cx="2995879" cy="3557962"/>
          </a:xfrm>
        </p:spPr>
        <p:txBody>
          <a:bodyPr/>
          <a:lstStyle/>
          <a:p>
            <a:r>
              <a:rPr lang="en-US" sz="1800" dirty="0">
                <a:latin typeface="Foot Locker" panose="02000503000000020003" pitchFamily="50" charset="0"/>
              </a:rPr>
              <a:t>Create/Cascade Objectives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Flexible objective plans that only close during the YE Cycle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Track status of objectives</a:t>
            </a:r>
            <a:endParaRPr lang="en-US" sz="200" dirty="0">
              <a:latin typeface="Foot Locker" panose="02000503000000020003" pitchFamily="50" charset="0"/>
            </a:endParaRPr>
          </a:p>
          <a:p>
            <a:r>
              <a:rPr lang="en-US" sz="1800" dirty="0">
                <a:latin typeface="Foot Locker" panose="02000503000000020003" pitchFamily="50" charset="0"/>
              </a:rPr>
              <a:t>2026 Objective Form</a:t>
            </a:r>
          </a:p>
          <a:p>
            <a:pPr lvl="1"/>
            <a:r>
              <a:rPr lang="en-US" sz="1600" dirty="0">
                <a:latin typeface="Foot Locker" panose="02000503000000020003" pitchFamily="50" charset="0"/>
              </a:rPr>
              <a:t>1 form for all users</a:t>
            </a:r>
          </a:p>
          <a:p>
            <a:pPr lvl="1"/>
            <a:r>
              <a:rPr lang="en-US" sz="1600" dirty="0">
                <a:latin typeface="Foot Locker" panose="02000503000000020003" pitchFamily="50" charset="0"/>
              </a:rPr>
              <a:t>Max of 6 objectives</a:t>
            </a:r>
          </a:p>
          <a:p>
            <a:pPr lvl="1"/>
            <a:r>
              <a:rPr lang="en-US" sz="1600" dirty="0">
                <a:latin typeface="Foot Locker" panose="02000503000000020003" pitchFamily="50" charset="0"/>
              </a:rPr>
              <a:t>No objective weightings</a:t>
            </a:r>
          </a:p>
          <a:p>
            <a:pPr lvl="1"/>
            <a:r>
              <a:rPr lang="en-US" sz="1600" dirty="0">
                <a:latin typeface="Foot Locker" panose="02000503000000020003" pitchFamily="50" charset="0"/>
              </a:rPr>
              <a:t>1 overall objective category</a:t>
            </a: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9505EAF5-8C92-4B3C-EB64-7950B2AA62A6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2AD29B16-8E8B-147C-522B-1BD5BF7FEAB7}"/>
              </a:ext>
            </a:extLst>
          </p:cNvPr>
          <p:cNvSpPr/>
          <p:nvPr/>
        </p:nvSpPr>
        <p:spPr>
          <a:xfrm>
            <a:off x="274320" y="91440"/>
            <a:ext cx="1062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Performance Objective Plan, Development Goal Plan, and Talent Review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90F18E0-7B2A-5C88-C341-9DD8178142CC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CE41434-341F-C9FD-0663-D98AE32F5CA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74320" y="594360"/>
            <a:ext cx="7789910" cy="50292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300" b="1" dirty="0">
                <a:latin typeface="FootLocker FL Standard" panose="00000500000000000000" pitchFamily="50" charset="0"/>
              </a:rPr>
              <a:t>Review the outlined talent processes from a system user experience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9DC361-8FB2-10A1-8F8E-33E93C6658DB}"/>
              </a:ext>
            </a:extLst>
          </p:cNvPr>
          <p:cNvSpPr txBox="1">
            <a:spLocks/>
          </p:cNvSpPr>
          <p:nvPr/>
        </p:nvSpPr>
        <p:spPr>
          <a:xfrm>
            <a:off x="4629925" y="2024649"/>
            <a:ext cx="2995879" cy="3901133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58750" indent="-158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Gotham-Book"/>
                <a:ea typeface="+mn-ea"/>
                <a:cs typeface="+mn-cs"/>
                <a:sym typeface="Gotham-Book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Foot Locker" panose="02000503000000020003" pitchFamily="50" charset="0"/>
              </a:rPr>
              <a:t>Create Development Goals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Flexible development plans, however, development plans incorporate fiscal year dates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Track status of development goals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***No 2026 Development Plan</a:t>
            </a:r>
            <a:endParaRPr lang="en-US" sz="100" dirty="0">
              <a:latin typeface="Foot Locker" panose="02000503000000020003" pitchFamily="50" charset="0"/>
            </a:endParaRPr>
          </a:p>
          <a:p>
            <a:pPr lvl="1"/>
            <a:r>
              <a:rPr lang="en-US" sz="1600" dirty="0">
                <a:latin typeface="Foot Locker" panose="02000503000000020003" pitchFamily="50" charset="0"/>
              </a:rPr>
              <a:t>Teammates are advised to use 2025 Development Plan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42DB596F-179E-32C4-0DF5-4E795DD8A09D}"/>
              </a:ext>
            </a:extLst>
          </p:cNvPr>
          <p:cNvSpPr txBox="1">
            <a:spLocks/>
          </p:cNvSpPr>
          <p:nvPr/>
        </p:nvSpPr>
        <p:spPr>
          <a:xfrm>
            <a:off x="8637820" y="1954966"/>
            <a:ext cx="2995879" cy="43550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58750" indent="-158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Gotham-Book"/>
                <a:ea typeface="+mn-ea"/>
                <a:cs typeface="+mn-cs"/>
                <a:sym typeface="Gotham-Book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Foot Locker" panose="02000503000000020003" pitchFamily="50" charset="0"/>
              </a:rPr>
              <a:t>Targeted Talent Review process for North American Director+ population; but open to all teammates globally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Teammate – completes Talent Footprint categories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Leader – completes Talent Readiness and Succession Planning</a:t>
            </a:r>
          </a:p>
          <a:p>
            <a:r>
              <a:rPr lang="en-US" sz="1800" dirty="0">
                <a:latin typeface="Foot Locker" panose="02000503000000020003" pitchFamily="50" charset="0"/>
              </a:rPr>
              <a:t>HR Champion – Generates Talent Card based on data inputs from Teammate and Leader</a:t>
            </a:r>
            <a:endParaRPr lang="en-US" sz="1600" dirty="0">
              <a:latin typeface="Foot Locker" panose="02000503000000020003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95C4-4714-5A57-0E6C-20C0CB04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B310683B-D324-797C-5740-B0688AB99C0A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CC80E0B-91DD-ECC3-6DB7-034107BECD51}"/>
              </a:ext>
            </a:extLst>
          </p:cNvPr>
          <p:cNvSpPr/>
          <p:nvPr/>
        </p:nvSpPr>
        <p:spPr>
          <a:xfrm>
            <a:off x="274320" y="91440"/>
            <a:ext cx="1062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Reporting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94F7A22-0C30-6DB1-B7B4-863537319F35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E3DB3A-9D43-47E1-270E-CAEC7425577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74320" y="594360"/>
            <a:ext cx="5676838" cy="502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How to Run Reports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2044" name="Image" descr="Image"/>
          <p:cNvPicPr>
            <a:picLocks noChangeAspect="1"/>
          </p:cNvPicPr>
          <p:nvPr/>
        </p:nvPicPr>
        <p:blipFill>
          <a:blip r:embed="rId2"/>
          <a:srcRect t="15592"/>
          <a:stretch>
            <a:fillRect/>
          </a:stretch>
        </p:blipFill>
        <p:spPr>
          <a:xfrm>
            <a:off x="2906776" y="1773236"/>
            <a:ext cx="6375400" cy="358616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21E264-456A-2EB3-716E-AC109AB17A45}"/>
              </a:ext>
            </a:extLst>
          </p:cNvPr>
          <p:cNvSpPr txBox="1"/>
          <p:nvPr/>
        </p:nvSpPr>
        <p:spPr>
          <a:xfrm>
            <a:off x="3112739" y="2967335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LIVE SYSTEM DEMO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82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31E3-19DC-2B1C-ECE5-8F966877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3D8F7E2E-AB6C-4AF3-8B1E-FC66F7CB700E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E26D096-DFE6-087F-211E-C01D7EA09181}"/>
              </a:ext>
            </a:extLst>
          </p:cNvPr>
          <p:cNvSpPr/>
          <p:nvPr/>
        </p:nvSpPr>
        <p:spPr>
          <a:xfrm>
            <a:off x="274320" y="91440"/>
            <a:ext cx="1062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HR CHAMPION VS HRBP ACCESS 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B1C3CB1-7EAB-257C-5D7D-7BB79BC6F208}"/>
              </a:ext>
            </a:extLst>
          </p:cNvPr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8DD2484-4701-4F0B-FA57-69240845802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74320" y="594360"/>
            <a:ext cx="5676838" cy="502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800" b="1" dirty="0">
                <a:latin typeface="FootLocker FL Standard" panose="00000500000000000000" pitchFamily="50" charset="0"/>
              </a:rPr>
              <a:t>Different HR user access in SuccessFactors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0AA8A-56CC-1DC8-5ED4-E8912E71FD3E}"/>
              </a:ext>
            </a:extLst>
          </p:cNvPr>
          <p:cNvSpPr txBox="1"/>
          <p:nvPr/>
        </p:nvSpPr>
        <p:spPr>
          <a:xfrm>
            <a:off x="414020" y="970280"/>
            <a:ext cx="6009579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FootLocker FL Standard" panose="00000500000000000000" pitchFamily="50" charset="0"/>
              </a:rPr>
              <a:t>What is HR Champion Access?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HR Champion access allows you to be the HR representative in SuccessFactors to access a specific population. 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HR Champions have access to the following for the populations they support: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Performance Reviews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Development Goals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Comp Planning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Objective Setting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Talent Review Updates</a:t>
            </a:r>
          </a:p>
          <a:p>
            <a:pPr lvl="1"/>
            <a:endParaRPr lang="en-US" dirty="0">
              <a:latin typeface="FootLocker FL Standard" panose="00000500000000000000" pitchFamily="50" charset="0"/>
            </a:endParaRP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While we have global HR Access for HRBPs in SuccessFactors, this access is mainly for reporting. </a:t>
            </a:r>
          </a:p>
          <a:p>
            <a:pPr marL="647710" lvl="1" indent="-190510">
              <a:buFont typeface="Arial" panose="020B0604020202020204" pitchFamily="34" charset="0"/>
              <a:buChar char="•"/>
            </a:pPr>
            <a:r>
              <a:rPr lang="en-US" dirty="0">
                <a:latin typeface="FootLocker FL Standard" panose="00000500000000000000" pitchFamily="50" charset="0"/>
              </a:rPr>
              <a:t>EX: A non-HR Champion HRBP </a:t>
            </a:r>
            <a:r>
              <a:rPr lang="en-US" b="1" dirty="0">
                <a:latin typeface="FootLocker FL Standard" panose="00000500000000000000" pitchFamily="50" charset="0"/>
              </a:rPr>
              <a:t>will not </a:t>
            </a:r>
            <a:r>
              <a:rPr lang="en-US" dirty="0">
                <a:latin typeface="FootLocker FL Standard" panose="00000500000000000000" pitchFamily="50" charset="0"/>
              </a:rPr>
              <a:t>be able to view a teammate’s PM form, but they would be able to run a report to view the PM form information. 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endParaRPr lang="en-US" sz="1600" dirty="0">
              <a:latin typeface="Grandview" panose="020B0502040204020203" pitchFamily="34" charset="0"/>
            </a:endParaRPr>
          </a:p>
          <a:p>
            <a:pPr marL="647710" lvl="1" indent="-190510">
              <a:buFont typeface="Arial" panose="020B0604020202020204" pitchFamily="34" charset="0"/>
              <a:buChar char="•"/>
            </a:pPr>
            <a:endParaRPr lang="en-US" sz="1600" dirty="0">
              <a:latin typeface="Grandview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019E0-0986-1238-340C-6121DAA2F1CE}"/>
              </a:ext>
            </a:extLst>
          </p:cNvPr>
          <p:cNvSpPr txBox="1"/>
          <p:nvPr/>
        </p:nvSpPr>
        <p:spPr>
          <a:xfrm>
            <a:off x="7077456" y="1231890"/>
            <a:ext cx="460248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FootLocker FL Standard" panose="00000500000000000000" pitchFamily="50" charset="0"/>
              </a:rPr>
              <a:t>HR Champion Access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FootLocker FL Standard" panose="00000500000000000000" pitchFamily="50" charset="0"/>
              </a:rPr>
              <a:t>Email </a:t>
            </a:r>
            <a:r>
              <a:rPr lang="en-US" b="1" dirty="0">
                <a:solidFill>
                  <a:srgbClr val="C00000"/>
                </a:solidFill>
                <a:latin typeface="FootLocker FL Standard" panose="00000500000000000000" pitchFamily="5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HRIS.SetupRequests@footlocker.com</a:t>
            </a:r>
            <a:r>
              <a:rPr lang="en-US" b="1" dirty="0">
                <a:solidFill>
                  <a:srgbClr val="C00000"/>
                </a:solidFill>
                <a:latin typeface="FootLocker FL Standard" panose="00000500000000000000" pitchFamily="50" charset="0"/>
              </a:rPr>
              <a:t> </a:t>
            </a:r>
            <a:r>
              <a:rPr lang="en-US" b="1" dirty="0">
                <a:latin typeface="FootLocker FL Standard" panose="00000500000000000000" pitchFamily="50" charset="0"/>
              </a:rPr>
              <a:t>with the Head of Departments and/or the functional team that you need HR Champion access to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FootLocker FL Standard" panose="00000500000000000000" pitchFamily="50" charset="0"/>
              </a:rPr>
              <a:t>Requests will be processed in PeopleSoft first and then feed over to SuccessFactors (typically by the next day)</a:t>
            </a:r>
          </a:p>
        </p:txBody>
      </p:sp>
    </p:spTree>
    <p:extLst>
      <p:ext uri="{BB962C8B-B14F-4D97-AF65-F5344CB8AC3E}">
        <p14:creationId xmlns:p14="http://schemas.microsoft.com/office/powerpoint/2010/main" val="5409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v4" id="{36600640-D8E1-4357-AFEE-600C1C5161DD}" vid="{8FF2FB97-BFAE-4CE3-9E91-3EFC0FA5E1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elen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docMetadata/LabelInfo.xml><?xml version="1.0" encoding="utf-8"?>
<clbl:labelList xmlns:clbl="http://schemas.microsoft.com/office/2020/mipLabelMetadata">
  <clbl:label id="{6b83e9d4-1f85-4e06-a066-aef1d46ef089}" enabled="1" method="Standard" siteId="{3698556c-48eb-4511-8a0e-5fb6b7ebb01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</TotalTime>
  <Words>584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Arial</vt:lpstr>
      <vt:lpstr>Calibri</vt:lpstr>
      <vt:lpstr>Foot Locker</vt:lpstr>
      <vt:lpstr>FootLocker FL Classic</vt:lpstr>
      <vt:lpstr>FootLocker FL Standard</vt:lpstr>
      <vt:lpstr>Gotham-Book</vt:lpstr>
      <vt:lpstr>Grandview</vt:lpstr>
      <vt:lpstr>Neue Haas Grotesk Text Pro</vt:lpstr>
      <vt:lpstr>Helena</vt:lpstr>
      <vt:lpstr>SuccessFactors System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u849750@footlocker.com</dc:creator>
  <cp:lastModifiedBy>Ashley Aquino</cp:lastModifiedBy>
  <cp:revision>21</cp:revision>
  <dcterms:modified xsi:type="dcterms:W3CDTF">2026-07-20T14:27:45Z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Helena:8</vt:lpwstr>
  </property>
  <property fmtid="{D5CDD505-2E9C-101B-9397-08002B2CF9AE}" pid="3" name="ClassificationContentMarkingFooterText">
    <vt:lpwstr>Foot Locker - Internal Use Only</vt:lpwstr>
  </property>
</Properties>
</file>