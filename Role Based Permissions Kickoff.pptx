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5" r:id="rId5"/>
  </p:sldMasterIdLst>
  <p:notesMasterIdLst>
    <p:notesMasterId r:id="rId23"/>
  </p:notesMasterIdLst>
  <p:sldIdLst>
    <p:sldId id="636" r:id="rId6"/>
    <p:sldId id="657" r:id="rId7"/>
    <p:sldId id="658" r:id="rId8"/>
    <p:sldId id="660" r:id="rId9"/>
    <p:sldId id="661" r:id="rId10"/>
    <p:sldId id="622" r:id="rId11"/>
    <p:sldId id="623" r:id="rId12"/>
    <p:sldId id="662" r:id="rId13"/>
    <p:sldId id="663" r:id="rId14"/>
    <p:sldId id="626" r:id="rId15"/>
    <p:sldId id="627" r:id="rId16"/>
    <p:sldId id="667" r:id="rId17"/>
    <p:sldId id="664" r:id="rId18"/>
    <p:sldId id="665" r:id="rId19"/>
    <p:sldId id="668" r:id="rId20"/>
    <p:sldId id="669" r:id="rId21"/>
    <p:sldId id="291" r:id="rId22"/>
  </p:sldIdLst>
  <p:sldSz cx="9144000" cy="6858000" type="screen4x3"/>
  <p:notesSz cx="6858000" cy="9144000"/>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lice Kowalski" initials="AK"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3750"/>
    <a:srgbClr val="56C3F4"/>
    <a:srgbClr val="F3901D"/>
    <a:srgbClr val="D5E04E"/>
    <a:srgbClr val="C60651"/>
    <a:srgbClr val="FFCF01"/>
    <a:srgbClr val="DA1A32"/>
    <a:srgbClr val="00B274"/>
    <a:srgbClr val="0096D6"/>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1A1311-65E6-4F79-879C-98AFEB33027D}" v="6" dt="2020-04-20T22:35:22.420"/>
  </p1510:revLst>
</p1510:revInfo>
</file>

<file path=ppt/tableStyles.xml><?xml version="1.0" encoding="utf-8"?>
<a:tblStyleLst xmlns:a="http://schemas.openxmlformats.org/drawingml/2006/main" def="{5C22544A-7EE6-4342-B048-85BDC9FD1C3A}">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50" autoAdjust="0"/>
    <p:restoredTop sz="97151" autoAdjust="0"/>
  </p:normalViewPr>
  <p:slideViewPr>
    <p:cSldViewPr snapToGrid="0" snapToObjects="1">
      <p:cViewPr varScale="1">
        <p:scale>
          <a:sx n="62" d="100"/>
          <a:sy n="62" d="100"/>
        </p:scale>
        <p:origin x="1356" y="28"/>
      </p:cViewPr>
      <p:guideLst>
        <p:guide orient="horz" pos="2160"/>
        <p:guide pos="2880"/>
      </p:guideLst>
    </p:cSldViewPr>
  </p:slideViewPr>
  <p:notesTextViewPr>
    <p:cViewPr>
      <p:scale>
        <a:sx n="1" d="1"/>
        <a:sy n="1" d="1"/>
      </p:scale>
      <p:origin x="0" y="0"/>
    </p:cViewPr>
  </p:notesTextViewPr>
  <p:sorterViewPr>
    <p:cViewPr>
      <p:scale>
        <a:sx n="100" d="100"/>
        <a:sy n="100" d="100"/>
      </p:scale>
      <p:origin x="0" y="2160"/>
    </p:cViewPr>
  </p:sorterViewPr>
  <p:notesViewPr>
    <p:cSldViewPr snapToGrid="0" snapToObjects="1">
      <p:cViewPr varScale="1">
        <p:scale>
          <a:sx n="64" d="100"/>
          <a:sy n="64" d="100"/>
        </p:scale>
        <p:origin x="-329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gs" Target="tags/tag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039E36-96E8-4DBA-83DF-3A763ECC15C0}" type="datetimeFigureOut">
              <a:rPr lang="en-US" smtClean="0"/>
              <a:pPr/>
              <a:t>4/21/2020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7EF2BB-2D76-4E85-977D-EAC448E675D2}" type="slidenum">
              <a:rPr lang="en-US" smtClean="0"/>
              <a:pPr/>
              <a:t>‹#›</a:t>
            </a:fld>
            <a:endParaRPr lang="en-US"/>
          </a:p>
        </p:txBody>
      </p:sp>
    </p:spTree>
    <p:extLst>
      <p:ext uri="{BB962C8B-B14F-4D97-AF65-F5344CB8AC3E}">
        <p14:creationId xmlns:p14="http://schemas.microsoft.com/office/powerpoint/2010/main" val="2725580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EF2BB-2D76-4E85-977D-EAC448E675D2}" type="slidenum">
              <a:rPr lang="en-US" smtClean="0"/>
              <a:pPr/>
              <a:t>1</a:t>
            </a:fld>
            <a:endParaRPr lang="en-US"/>
          </a:p>
        </p:txBody>
      </p:sp>
    </p:spTree>
    <p:extLst>
      <p:ext uri="{BB962C8B-B14F-4D97-AF65-F5344CB8AC3E}">
        <p14:creationId xmlns:p14="http://schemas.microsoft.com/office/powerpoint/2010/main" val="14585108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387EF2BB-2D76-4E85-977D-EAC448E675D2}" type="slidenum">
              <a:rPr lang="en-US" smtClean="0"/>
              <a:pPr/>
              <a:t>2</a:t>
            </a:fld>
            <a:endParaRPr lang="en-US"/>
          </a:p>
        </p:txBody>
      </p:sp>
    </p:spTree>
    <p:extLst>
      <p:ext uri="{BB962C8B-B14F-4D97-AF65-F5344CB8AC3E}">
        <p14:creationId xmlns:p14="http://schemas.microsoft.com/office/powerpoint/2010/main" val="2301135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dirty="0"/>
              <a:t>The</a:t>
            </a:r>
            <a:r>
              <a:rPr lang="en-US" baseline="0" dirty="0"/>
              <a:t> green box in this diagram represents a role, and groups of users are represented by the two yellow circles.</a:t>
            </a:r>
          </a:p>
          <a:p>
            <a:pPr marL="168244" indent="-168244">
              <a:buFont typeface="Arial" pitchFamily="34" charset="0"/>
              <a:buChar char="•"/>
            </a:pPr>
            <a:r>
              <a:rPr lang="en-US" baseline="0" dirty="0"/>
              <a:t>The role defines access to data and functionality.  This is where you define what you want your role to do in </a:t>
            </a:r>
            <a:r>
              <a:rPr lang="en-US" baseline="0" dirty="0" err="1"/>
              <a:t>SuccessFactors</a:t>
            </a:r>
            <a:r>
              <a:rPr lang="en-US" baseline="0" dirty="0"/>
              <a:t>. For example, should the role be allowed to view dashboards?</a:t>
            </a:r>
          </a:p>
          <a:p>
            <a:pPr marL="168244" indent="-168244">
              <a:buFont typeface="Arial" pitchFamily="34" charset="0"/>
              <a:buChar char="•"/>
            </a:pPr>
            <a:r>
              <a:rPr lang="en-US" baseline="0" dirty="0"/>
              <a:t>Once the role is defined, you grant the role to groups of users represented by the left circle.</a:t>
            </a:r>
          </a:p>
          <a:p>
            <a:pPr marL="168244" indent="-168244">
              <a:buFont typeface="Arial" pitchFamily="34" charset="0"/>
              <a:buChar char="•"/>
            </a:pPr>
            <a:r>
              <a:rPr lang="en-US" baseline="0" dirty="0"/>
              <a:t>Lastly you restrict the granted users to perform the role on target users.  For example, you may decide that managers (the left circle) can view dashboards (defined in the role) on their team (the right circle).</a:t>
            </a:r>
          </a:p>
          <a:p>
            <a:pPr marL="168244" indent="-168244">
              <a:buFont typeface="Arial" pitchFamily="34" charset="0"/>
              <a:buChar char="•"/>
            </a:pPr>
            <a:r>
              <a:rPr lang="en-US" baseline="0" dirty="0"/>
              <a:t>Groups can be dynamic which allows us to automate the assignment of permissions. For example, a group of granted users can be “All employees in the Sales department”.  As employees are transferred into and out of the sales department, their permissions with automatically adjust.</a:t>
            </a:r>
          </a:p>
          <a:p>
            <a:pPr marL="168244" indent="-168244">
              <a:buFont typeface="Arial" pitchFamily="34" charset="0"/>
              <a:buChar char="•"/>
            </a:pPr>
            <a:r>
              <a:rPr lang="en-US" b="0" baseline="0" dirty="0"/>
              <a:t>Administrators can define many roles. </a:t>
            </a:r>
          </a:p>
        </p:txBody>
      </p:sp>
      <p:sp>
        <p:nvSpPr>
          <p:cNvPr id="4" name="Slide Number Placeholder 3"/>
          <p:cNvSpPr>
            <a:spLocks noGrp="1"/>
          </p:cNvSpPr>
          <p:nvPr>
            <p:ph type="sldNum" sz="quarter" idx="10"/>
          </p:nvPr>
        </p:nvSpPr>
        <p:spPr/>
        <p:txBody>
          <a:bodyPr/>
          <a:lstStyle/>
          <a:p>
            <a:fld id="{9ED1FA07-CDAF-47E5-BD44-3B1F6CB33F12}" type="slidenum">
              <a:rPr lang="en-US" smtClean="0"/>
              <a:pPr/>
              <a:t>3</a:t>
            </a:fld>
            <a:endParaRPr lang="en-US"/>
          </a:p>
        </p:txBody>
      </p:sp>
    </p:spTree>
    <p:extLst>
      <p:ext uri="{BB962C8B-B14F-4D97-AF65-F5344CB8AC3E}">
        <p14:creationId xmlns:p14="http://schemas.microsoft.com/office/powerpoint/2010/main" val="3330975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a:t>There are</a:t>
            </a:r>
            <a:r>
              <a:rPr lang="en-US" baseline="0" dirty="0"/>
              <a:t> three steps to setting up permissions in this new framework:</a:t>
            </a:r>
          </a:p>
          <a:p>
            <a:pPr marL="228587" indent="-228587">
              <a:buFont typeface="+mj-lt"/>
              <a:buAutoNum type="arabicPeriod"/>
            </a:pPr>
            <a:r>
              <a:rPr lang="en-US" baseline="0" dirty="0"/>
              <a:t>Create the groups – define the groups you want to grant and target.</a:t>
            </a:r>
          </a:p>
          <a:p>
            <a:pPr marL="228587" indent="-228587">
              <a:buFont typeface="+mj-lt"/>
              <a:buAutoNum type="arabicPeriod"/>
            </a:pPr>
            <a:r>
              <a:rPr lang="en-US" baseline="0" dirty="0"/>
              <a:t>Create the role – define the role. What data can the role access (live profile data - fields and background sections)? What actions can the role perform (actions like create performance review form, or perform succession planning)?</a:t>
            </a:r>
          </a:p>
          <a:p>
            <a:pPr marL="228587" indent="-228587">
              <a:buFont typeface="+mj-lt"/>
              <a:buAutoNum type="arabicPeriod"/>
            </a:pPr>
            <a:r>
              <a:rPr lang="en-US" baseline="0" dirty="0"/>
              <a:t>Grant the role. Link the Green Box (role) to the Yellow Circles (groups).</a:t>
            </a:r>
          </a:p>
        </p:txBody>
      </p:sp>
      <p:sp>
        <p:nvSpPr>
          <p:cNvPr id="4" name="Slide Number Placeholder 3"/>
          <p:cNvSpPr>
            <a:spLocks noGrp="1"/>
          </p:cNvSpPr>
          <p:nvPr>
            <p:ph type="sldNum" sz="quarter" idx="10"/>
          </p:nvPr>
        </p:nvSpPr>
        <p:spPr/>
        <p:txBody>
          <a:bodyPr/>
          <a:lstStyle/>
          <a:p>
            <a:fld id="{9ED1FA07-CDAF-47E5-BD44-3B1F6CB33F12}" type="slidenum">
              <a:rPr 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2818157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ED1FA07-CDAF-47E5-BD44-3B1F6CB33F12}" type="slidenum">
              <a:rPr lang="en-US" smtClean="0"/>
              <a:pPr/>
              <a:t>5</a:t>
            </a:fld>
            <a:endParaRPr lang="en-US"/>
          </a:p>
        </p:txBody>
      </p:sp>
    </p:spTree>
    <p:extLst>
      <p:ext uri="{BB962C8B-B14F-4D97-AF65-F5344CB8AC3E}">
        <p14:creationId xmlns:p14="http://schemas.microsoft.com/office/powerpoint/2010/main" val="2920091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EF2BB-2D76-4E85-977D-EAC448E675D2}" type="slidenum">
              <a:rPr lang="en-US" smtClean="0"/>
              <a:pPr/>
              <a:t>6</a:t>
            </a:fld>
            <a:endParaRPr lang="en-US"/>
          </a:p>
        </p:txBody>
      </p:sp>
    </p:spTree>
    <p:extLst>
      <p:ext uri="{BB962C8B-B14F-4D97-AF65-F5344CB8AC3E}">
        <p14:creationId xmlns:p14="http://schemas.microsoft.com/office/powerpoint/2010/main" val="4171149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EF2BB-2D76-4E85-977D-EAC448E675D2}" type="slidenum">
              <a:rPr lang="en-US" smtClean="0"/>
              <a:pPr/>
              <a:t>7</a:t>
            </a:fld>
            <a:endParaRPr lang="en-US"/>
          </a:p>
        </p:txBody>
      </p:sp>
    </p:spTree>
    <p:extLst>
      <p:ext uri="{BB962C8B-B14F-4D97-AF65-F5344CB8AC3E}">
        <p14:creationId xmlns:p14="http://schemas.microsoft.com/office/powerpoint/2010/main" val="1361635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Step 1 is now complete</a:t>
            </a:r>
            <a:r>
              <a:rPr lang="en-US" baseline="0" dirty="0"/>
              <a:t> (we have created all four groups represented by the yellow circles)</a:t>
            </a:r>
            <a:endParaRPr lang="en-US" dirty="0"/>
          </a:p>
          <a:p>
            <a:r>
              <a:rPr lang="en-US" dirty="0"/>
              <a:t>Now for Step 2:</a:t>
            </a:r>
            <a:r>
              <a:rPr lang="en-US" baseline="0" dirty="0"/>
              <a:t> C</a:t>
            </a:r>
            <a:r>
              <a:rPr lang="en-US" dirty="0"/>
              <a:t>reate the role.</a:t>
            </a:r>
          </a:p>
        </p:txBody>
      </p:sp>
      <p:sp>
        <p:nvSpPr>
          <p:cNvPr id="4" name="Slide Number Placeholder 3"/>
          <p:cNvSpPr>
            <a:spLocks noGrp="1"/>
          </p:cNvSpPr>
          <p:nvPr>
            <p:ph type="sldNum" sz="quarter" idx="10"/>
          </p:nvPr>
        </p:nvSpPr>
        <p:spPr/>
        <p:txBody>
          <a:bodyPr/>
          <a:lstStyle/>
          <a:p>
            <a:fld id="{9ED1FA07-CDAF-47E5-BD44-3B1F6CB33F12}" type="slidenum">
              <a:rPr lang="en-US" smtClean="0"/>
              <a:pPr/>
              <a:t>8</a:t>
            </a:fld>
            <a:endParaRPr lang="en-US"/>
          </a:p>
        </p:txBody>
      </p:sp>
    </p:spTree>
    <p:extLst>
      <p:ext uri="{BB962C8B-B14F-4D97-AF65-F5344CB8AC3E}">
        <p14:creationId xmlns:p14="http://schemas.microsoft.com/office/powerpoint/2010/main" val="4044129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9ED1FA07-CDAF-47E5-BD44-3B1F6CB33F12}" type="slidenum">
              <a:rPr lang="en-US" smtClean="0"/>
              <a:pPr/>
              <a:t>9</a:t>
            </a:fld>
            <a:endParaRPr lang="en-US"/>
          </a:p>
        </p:txBody>
      </p:sp>
    </p:spTree>
    <p:extLst>
      <p:ext uri="{BB962C8B-B14F-4D97-AF65-F5344CB8AC3E}">
        <p14:creationId xmlns:p14="http://schemas.microsoft.com/office/powerpoint/2010/main" val="40903172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EF2BB-2D76-4E85-977D-EAC448E675D2}" type="slidenum">
              <a:rPr lang="en-US" smtClean="0"/>
              <a:pPr/>
              <a:t>10</a:t>
            </a:fld>
            <a:endParaRPr lang="en-US"/>
          </a:p>
        </p:txBody>
      </p:sp>
    </p:spTree>
    <p:extLst>
      <p:ext uri="{BB962C8B-B14F-4D97-AF65-F5344CB8AC3E}">
        <p14:creationId xmlns:p14="http://schemas.microsoft.com/office/powerpoint/2010/main" val="36818174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7EF2BB-2D76-4E85-977D-EAC448E675D2}" type="slidenum">
              <a:rPr lang="en-US" smtClean="0"/>
              <a:pPr/>
              <a:t>11</a:t>
            </a:fld>
            <a:endParaRPr lang="en-US"/>
          </a:p>
        </p:txBody>
      </p:sp>
    </p:spTree>
    <p:extLst>
      <p:ext uri="{BB962C8B-B14F-4D97-AF65-F5344CB8AC3E}">
        <p14:creationId xmlns:p14="http://schemas.microsoft.com/office/powerpoint/2010/main" val="3376306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Now that Steps</a:t>
            </a:r>
            <a:r>
              <a:rPr lang="en-US" baseline="0" dirty="0"/>
              <a:t> 1 and 2 are complete, we can move on to Step 3</a:t>
            </a:r>
            <a:r>
              <a:rPr lang="en-US" dirty="0"/>
              <a:t>.</a:t>
            </a:r>
            <a:r>
              <a:rPr lang="en-US" baseline="0" dirty="0"/>
              <a:t>  Here we will grant the role to users (link the green box (role) to the yellow circles (groups)).</a:t>
            </a:r>
            <a:endParaRPr lang="en-US" dirty="0"/>
          </a:p>
        </p:txBody>
      </p:sp>
      <p:sp>
        <p:nvSpPr>
          <p:cNvPr id="4" name="Slide Number Placeholder 3"/>
          <p:cNvSpPr>
            <a:spLocks noGrp="1"/>
          </p:cNvSpPr>
          <p:nvPr>
            <p:ph type="sldNum" sz="quarter" idx="10"/>
          </p:nvPr>
        </p:nvSpPr>
        <p:spPr/>
        <p:txBody>
          <a:bodyPr/>
          <a:lstStyle/>
          <a:p>
            <a:fld id="{9ED1FA07-CDAF-47E5-BD44-3B1F6CB33F12}" type="slidenum">
              <a:rPr lang="en-US" smtClean="0"/>
              <a:pPr/>
              <a:t>13</a:t>
            </a:fld>
            <a:endParaRPr lang="en-US"/>
          </a:p>
        </p:txBody>
      </p:sp>
    </p:spTree>
    <p:extLst>
      <p:ext uri="{BB962C8B-B14F-4D97-AF65-F5344CB8AC3E}">
        <p14:creationId xmlns:p14="http://schemas.microsoft.com/office/powerpoint/2010/main" val="8232350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97301">
              <a:defRPr/>
            </a:pPr>
            <a:r>
              <a:rPr lang="en-US" dirty="0"/>
              <a:t>Granting</a:t>
            </a:r>
            <a:r>
              <a:rPr lang="en-US" baseline="0" dirty="0"/>
              <a:t> the role is accomplished within the role you created, in this example we created the HR Role in Step 2.  You will grant roles by selecting the “Add..” button on this page.</a:t>
            </a:r>
          </a:p>
          <a:p>
            <a:pPr defTabSz="897301">
              <a:defRPr/>
            </a:pPr>
            <a:endParaRPr lang="en-US" dirty="0"/>
          </a:p>
          <a:p>
            <a:r>
              <a:rPr lang="en-US" dirty="0"/>
              <a:t>In the Grant Role dialog:</a:t>
            </a:r>
          </a:p>
          <a:p>
            <a:pPr marL="228587" indent="-228587">
              <a:buFont typeface="+mj-lt"/>
              <a:buAutoNum type="arabicPeriod"/>
            </a:pPr>
            <a:r>
              <a:rPr lang="en-US" dirty="0"/>
              <a:t>Select your access groups.</a:t>
            </a:r>
            <a:r>
              <a:rPr lang="en-US" baseline="0" dirty="0"/>
              <a:t>  </a:t>
            </a:r>
          </a:p>
          <a:p>
            <a:pPr marL="228587" indent="-228587">
              <a:buFont typeface="+mj-lt"/>
              <a:buAutoNum type="arabicPeriod"/>
            </a:pPr>
            <a:r>
              <a:rPr lang="en-US" baseline="0" dirty="0"/>
              <a:t>Select your target groups.</a:t>
            </a:r>
          </a:p>
          <a:p>
            <a:endParaRPr lang="en-US" baseline="0" dirty="0"/>
          </a:p>
          <a:p>
            <a:r>
              <a:rPr lang="en-US" baseline="0" dirty="0"/>
              <a:t>In this example we will </a:t>
            </a:r>
            <a:r>
              <a:rPr lang="en-US" dirty="0"/>
              <a:t>grant this role to Human</a:t>
            </a:r>
            <a:r>
              <a:rPr lang="en-US" baseline="0" dirty="0"/>
              <a:t> Resources in Germany and Human Resources in the United States groups that we created in Step 1 with the target group of Employees in Germany and Employees in the United States, respectively. You will use the “Select” button to search for the groups you created in Step 1.</a:t>
            </a:r>
          </a:p>
        </p:txBody>
      </p:sp>
      <p:sp>
        <p:nvSpPr>
          <p:cNvPr id="4" name="Slide Number Placeholder 3"/>
          <p:cNvSpPr>
            <a:spLocks noGrp="1"/>
          </p:cNvSpPr>
          <p:nvPr>
            <p:ph type="sldNum" sz="quarter" idx="10"/>
          </p:nvPr>
        </p:nvSpPr>
        <p:spPr/>
        <p:txBody>
          <a:bodyPr/>
          <a:lstStyle/>
          <a:p>
            <a:fld id="{9ED1FA07-CDAF-47E5-BD44-3B1F6CB33F12}" type="slidenum">
              <a:rPr lang="en-US" smtClean="0"/>
              <a:pPr/>
              <a:t>14</a:t>
            </a:fld>
            <a:endParaRPr lang="en-US"/>
          </a:p>
        </p:txBody>
      </p:sp>
    </p:spTree>
    <p:extLst>
      <p:ext uri="{BB962C8B-B14F-4D97-AF65-F5344CB8AC3E}">
        <p14:creationId xmlns:p14="http://schemas.microsoft.com/office/powerpoint/2010/main" val="36778701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387EF2BB-2D76-4E85-977D-EAC448E675D2}" type="slidenum">
              <a:rPr lang="en-US" smtClean="0"/>
              <a:pPr/>
              <a:t>17</a:t>
            </a:fld>
            <a:endParaRPr lang="en-US"/>
          </a:p>
        </p:txBody>
      </p:sp>
    </p:spTree>
    <p:extLst>
      <p:ext uri="{BB962C8B-B14F-4D97-AF65-F5344CB8AC3E}">
        <p14:creationId xmlns:p14="http://schemas.microsoft.com/office/powerpoint/2010/main" val="41138627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7558" y="1148524"/>
            <a:ext cx="3481436" cy="1131032"/>
          </a:xfrm>
          <a:prstGeom prst="rect">
            <a:avLst/>
          </a:prstGeom>
        </p:spPr>
      </p:pic>
      <p:pic>
        <p:nvPicPr>
          <p:cNvPr id="11" name="Picture 10"/>
          <p:cNvPicPr>
            <a:picLocks noChangeAspect="1"/>
          </p:cNvPicPr>
          <p:nvPr userDrawn="1"/>
        </p:nvPicPr>
        <p:blipFill rotWithShape="1">
          <a:blip r:embed="rId3" cstate="print"/>
          <a:srcRect r="50351"/>
          <a:stretch/>
        </p:blipFill>
        <p:spPr bwMode="gray">
          <a:xfrm>
            <a:off x="5788539" y="38420"/>
            <a:ext cx="3355461" cy="6785761"/>
          </a:xfrm>
          <a:prstGeom prst="rect">
            <a:avLst/>
          </a:prstGeom>
        </p:spPr>
      </p:pic>
      <p:sp>
        <p:nvSpPr>
          <p:cNvPr id="13" name="Round Same Side Corner Rectangle 12"/>
          <p:cNvSpPr/>
          <p:nvPr userDrawn="1"/>
        </p:nvSpPr>
        <p:spPr bwMode="gray">
          <a:xfrm rot="5400000">
            <a:off x="3541213" y="-863123"/>
            <a:ext cx="1495513" cy="8577943"/>
          </a:xfrm>
          <a:prstGeom prst="round2SameRect">
            <a:avLst>
              <a:gd name="adj1" fmla="val 7910"/>
              <a:gd name="adj2" fmla="val 0"/>
            </a:avLst>
          </a:prstGeom>
          <a:solidFill>
            <a:schemeClr val="accent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userDrawn="1"/>
        </p:nvSpPr>
        <p:spPr bwMode="gray">
          <a:xfrm>
            <a:off x="5653548" y="2474452"/>
            <a:ext cx="184666" cy="369332"/>
          </a:xfrm>
          <a:prstGeom prst="rect">
            <a:avLst/>
          </a:prstGeom>
          <a:noFill/>
        </p:spPr>
        <p:txBody>
          <a:bodyPr wrap="none" rtlCol="0">
            <a:spAutoFit/>
          </a:bodyPr>
          <a:lstStyle/>
          <a:p>
            <a:endParaRPr lang="en-US" dirty="0">
              <a:latin typeface="Arial" pitchFamily="34" charset="0"/>
              <a:cs typeface="Arial" pitchFamily="34" charset="0"/>
            </a:endParaRPr>
          </a:p>
        </p:txBody>
      </p:sp>
      <p:sp>
        <p:nvSpPr>
          <p:cNvPr id="15" name="Title 1"/>
          <p:cNvSpPr>
            <a:spLocks noGrp="1"/>
          </p:cNvSpPr>
          <p:nvPr>
            <p:ph type="ctrTitle" hasCustomPrompt="1"/>
          </p:nvPr>
        </p:nvSpPr>
        <p:spPr bwMode="gray">
          <a:xfrm>
            <a:off x="737558" y="2755706"/>
            <a:ext cx="7673197" cy="1297193"/>
          </a:xfrm>
        </p:spPr>
        <p:txBody>
          <a:bodyPr anchor="ctr" anchorCtr="0">
            <a:noAutofit/>
          </a:bodyPr>
          <a:lstStyle>
            <a:lvl1pPr algn="l">
              <a:defRPr sz="4000" b="1" i="0" cap="small" baseline="0">
                <a:solidFill>
                  <a:schemeClr val="bg1"/>
                </a:solidFill>
                <a:latin typeface="Arial"/>
                <a:cs typeface="Arial"/>
              </a:defRPr>
            </a:lvl1pPr>
          </a:lstStyle>
          <a:p>
            <a:r>
              <a:rPr lang="en-US" dirty="0"/>
              <a:t>Click to Edit Divider Style</a:t>
            </a:r>
          </a:p>
        </p:txBody>
      </p:sp>
      <p:sp>
        <p:nvSpPr>
          <p:cNvPr id="16" name="Subtitle 2"/>
          <p:cNvSpPr>
            <a:spLocks noGrp="1"/>
          </p:cNvSpPr>
          <p:nvPr>
            <p:ph type="subTitle" idx="1"/>
          </p:nvPr>
        </p:nvSpPr>
        <p:spPr bwMode="gray">
          <a:xfrm>
            <a:off x="737558" y="4363544"/>
            <a:ext cx="4472797" cy="1411411"/>
          </a:xfrm>
        </p:spPr>
        <p:txBody>
          <a:bodyPr>
            <a:noAutofit/>
          </a:bodyPr>
          <a:lstStyle>
            <a:lvl1pPr marL="0" indent="0" algn="l">
              <a:spcBef>
                <a:spcPts val="1200"/>
              </a:spcBef>
              <a:buNone/>
              <a:defRPr sz="2400" b="0" i="0">
                <a:solidFill>
                  <a:schemeClr val="accent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3492527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dirty="0"/>
              <a:t>Click to Edit Master Title Style</a:t>
            </a:r>
          </a:p>
        </p:txBody>
      </p:sp>
      <p:sp>
        <p:nvSpPr>
          <p:cNvPr id="3" name="Content Placeholder 2"/>
          <p:cNvSpPr>
            <a:spLocks noGrp="1"/>
          </p:cNvSpPr>
          <p:nvPr>
            <p:ph idx="1"/>
          </p:nvPr>
        </p:nvSpPr>
        <p:spPr bwMode="gray"/>
        <p:txBody>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472881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print"/>
          <a:srcRect l="50262" r="-516"/>
          <a:stretch/>
        </p:blipFill>
        <p:spPr>
          <a:xfrm>
            <a:off x="0" y="38420"/>
            <a:ext cx="3396343" cy="6785761"/>
          </a:xfrm>
          <a:prstGeom prst="rect">
            <a:avLst/>
          </a:prstGeom>
        </p:spPr>
      </p:pic>
      <p:sp>
        <p:nvSpPr>
          <p:cNvPr id="13" name="Round Same Side Corner Rectangle 12"/>
          <p:cNvSpPr/>
          <p:nvPr userDrawn="1"/>
        </p:nvSpPr>
        <p:spPr bwMode="gray">
          <a:xfrm rot="5400000">
            <a:off x="3259157" y="-1067369"/>
            <a:ext cx="2042211" cy="8595361"/>
          </a:xfrm>
          <a:prstGeom prst="round2SameRect">
            <a:avLst>
              <a:gd name="adj1" fmla="val 6923"/>
              <a:gd name="adj2" fmla="val 0"/>
            </a:avLst>
          </a:prstGeom>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p:cNvSpPr>
            <a:spLocks noGrp="1"/>
          </p:cNvSpPr>
          <p:nvPr>
            <p:ph type="title" hasCustomPrompt="1"/>
          </p:nvPr>
        </p:nvSpPr>
        <p:spPr bwMode="gray">
          <a:xfrm>
            <a:off x="722313" y="2342559"/>
            <a:ext cx="7697068" cy="1766316"/>
          </a:xfrm>
        </p:spPr>
        <p:txBody>
          <a:bodyPr anchor="ctr" anchorCtr="0">
            <a:noAutofit/>
          </a:bodyPr>
          <a:lstStyle>
            <a:lvl1pPr algn="l">
              <a:defRPr sz="4800" b="1" i="0" cap="none">
                <a:solidFill>
                  <a:schemeClr val="bg1"/>
                </a:solidFill>
                <a:latin typeface="Arial"/>
                <a:cs typeface="Arial"/>
              </a:defRPr>
            </a:lvl1pPr>
          </a:lstStyle>
          <a:p>
            <a:r>
              <a:rPr lang="en-US" dirty="0"/>
              <a:t>Click To Edit Master Divider Style</a:t>
            </a:r>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280955" y="4860999"/>
            <a:ext cx="2897371" cy="941284"/>
          </a:xfrm>
          <a:prstGeom prst="rect">
            <a:avLst/>
          </a:prstGeom>
        </p:spPr>
      </p:pic>
    </p:spTree>
    <p:extLst>
      <p:ext uri="{BB962C8B-B14F-4D97-AF65-F5344CB8AC3E}">
        <p14:creationId xmlns:p14="http://schemas.microsoft.com/office/powerpoint/2010/main" val="912922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177" y="163899"/>
            <a:ext cx="8505646" cy="741875"/>
          </a:xfrm>
        </p:spPr>
        <p:txBody>
          <a:bodyPr/>
          <a:lstStyle>
            <a:lvl1pPr>
              <a:defRPr/>
            </a:lvl1pPr>
          </a:lstStyle>
          <a:p>
            <a:r>
              <a:rPr lang="en-US" dirty="0"/>
              <a:t>Click to Edit Master Title Style</a:t>
            </a:r>
          </a:p>
        </p:txBody>
      </p:sp>
      <p:sp>
        <p:nvSpPr>
          <p:cNvPr id="3" name="Content Placeholder 2"/>
          <p:cNvSpPr>
            <a:spLocks noGrp="1"/>
          </p:cNvSpPr>
          <p:nvPr>
            <p:ph sz="half" idx="1"/>
          </p:nvPr>
        </p:nvSpPr>
        <p:spPr>
          <a:xfrm>
            <a:off x="319177" y="1600200"/>
            <a:ext cx="4038600" cy="45259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4" name="Content Placeholder 3"/>
          <p:cNvSpPr>
            <a:spLocks noGrp="1"/>
          </p:cNvSpPr>
          <p:nvPr>
            <p:ph sz="half" idx="2"/>
          </p:nvPr>
        </p:nvSpPr>
        <p:spPr>
          <a:xfrm>
            <a:off x="4725834" y="1600200"/>
            <a:ext cx="4038600" cy="45259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781395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dirty="0"/>
              <a:t>Click to Edit Master Title Style</a:t>
            </a:r>
          </a:p>
        </p:txBody>
      </p:sp>
    </p:spTree>
    <p:extLst>
      <p:ext uri="{BB962C8B-B14F-4D97-AF65-F5344CB8AC3E}">
        <p14:creationId xmlns:p14="http://schemas.microsoft.com/office/powerpoint/2010/main" val="519616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1683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Text with picture right 1">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dirty="0"/>
              <a:t>Insert page title</a:t>
            </a:r>
            <a:endParaRPr lang="de-DE" dirty="0"/>
          </a:p>
        </p:txBody>
      </p:sp>
      <p:sp>
        <p:nvSpPr>
          <p:cNvPr id="5" name="Picture Placeholder 4"/>
          <p:cNvSpPr>
            <a:spLocks noGrp="1"/>
          </p:cNvSpPr>
          <p:nvPr>
            <p:ph type="pic" sz="quarter" idx="10"/>
          </p:nvPr>
        </p:nvSpPr>
        <p:spPr bwMode="gray">
          <a:xfrm>
            <a:off x="5745600" y="1413164"/>
            <a:ext cx="3002908" cy="4714173"/>
          </a:xfrm>
          <a:solidFill>
            <a:schemeClr val="bg1">
              <a:lumMod val="95000"/>
            </a:schemeClr>
          </a:solidFill>
        </p:spPr>
        <p:txBody>
          <a:bodyPr tIns="1296000" anchor="t" anchorCtr="0">
            <a:normAutofit/>
          </a:bodyPr>
          <a:lstStyle>
            <a:lvl1pPr algn="ctr">
              <a:defRPr sz="1800" b="0">
                <a:latin typeface="Arial" pitchFamily="34" charset="0"/>
                <a:cs typeface="Arial" pitchFamily="34" charset="0"/>
              </a:defRPr>
            </a:lvl1pPr>
          </a:lstStyle>
          <a:p>
            <a:r>
              <a:rPr lang="en-US"/>
              <a:t>Click icon to add picture</a:t>
            </a:r>
            <a:endParaRPr lang="de-DE" dirty="0"/>
          </a:p>
        </p:txBody>
      </p:sp>
      <p:sp>
        <p:nvSpPr>
          <p:cNvPr id="7" name="Text Placeholder 6"/>
          <p:cNvSpPr>
            <a:spLocks noGrp="1"/>
          </p:cNvSpPr>
          <p:nvPr>
            <p:ph type="body" sz="quarter" idx="11" hasCustomPrompt="1"/>
          </p:nvPr>
        </p:nvSpPr>
        <p:spPr bwMode="gray">
          <a:xfrm>
            <a:off x="324000" y="1413164"/>
            <a:ext cx="5238000" cy="4714173"/>
          </a:xfrm>
        </p:spPr>
        <p:txBody>
          <a:bodyPr/>
          <a:lstStyle>
            <a:lvl1pPr>
              <a:defRPr/>
            </a:lvl1pPr>
          </a:lstStyle>
          <a:p>
            <a:pPr lvl="0"/>
            <a:r>
              <a:rPr lang="en-US" noProof="0" dirty="0"/>
              <a:t>First level</a:t>
            </a:r>
          </a:p>
          <a:p>
            <a:pPr lvl="1"/>
            <a:r>
              <a:rPr lang="en-US" dirty="0"/>
              <a:t>Second level</a:t>
            </a:r>
          </a:p>
          <a:p>
            <a:pPr lvl="2"/>
            <a:r>
              <a:rPr lang="en-US" dirty="0"/>
              <a:t>Third level</a:t>
            </a:r>
          </a:p>
        </p:txBody>
      </p:sp>
    </p:spTree>
    <p:extLst>
      <p:ext uri="{BB962C8B-B14F-4D97-AF65-F5344CB8AC3E}">
        <p14:creationId xmlns:p14="http://schemas.microsoft.com/office/powerpoint/2010/main" val="2410725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Text with picture right 2">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dirty="0"/>
              <a:t>Insert page title</a:t>
            </a:r>
            <a:endParaRPr lang="de-DE" dirty="0"/>
          </a:p>
        </p:txBody>
      </p:sp>
      <p:sp>
        <p:nvSpPr>
          <p:cNvPr id="5" name="Picture Placeholder 4"/>
          <p:cNvSpPr>
            <a:spLocks noGrp="1"/>
          </p:cNvSpPr>
          <p:nvPr>
            <p:ph type="pic" sz="quarter" idx="10"/>
          </p:nvPr>
        </p:nvSpPr>
        <p:spPr bwMode="gray">
          <a:xfrm>
            <a:off x="4654800" y="1413163"/>
            <a:ext cx="4093708" cy="4714173"/>
          </a:xfrm>
          <a:solidFill>
            <a:schemeClr val="bg1">
              <a:lumMod val="95000"/>
            </a:schemeClr>
          </a:solidFill>
        </p:spPr>
        <p:txBody>
          <a:bodyPr vert="horz" lIns="0" tIns="1296000" rIns="0" bIns="0" rtlCol="0" anchor="t" anchorCtr="0">
            <a:noAutofit/>
          </a:bodyPr>
          <a:lstStyle>
            <a:lvl1pPr marL="0" indent="0" algn="ctr" defTabSz="914400" rtl="0" eaLnBrk="1" latinLnBrk="0" hangingPunct="1">
              <a:spcBef>
                <a:spcPts val="1620"/>
              </a:spcBef>
              <a:buClr>
                <a:schemeClr val="accent1"/>
              </a:buClr>
              <a:buSzPct val="80000"/>
              <a:buFontTx/>
              <a:buNone/>
              <a:defRPr lang="de-DE" sz="1800" b="0" kern="1200" dirty="0">
                <a:solidFill>
                  <a:schemeClr val="tx1"/>
                </a:solidFill>
                <a:latin typeface="Arial" pitchFamily="34" charset="0"/>
                <a:ea typeface="+mn-ea"/>
                <a:cs typeface="Arial" pitchFamily="34" charset="0"/>
              </a:defRPr>
            </a:lvl1pPr>
          </a:lstStyle>
          <a:p>
            <a:r>
              <a:rPr lang="en-US"/>
              <a:t>Click icon to add picture</a:t>
            </a:r>
            <a:endParaRPr lang="de-DE" dirty="0"/>
          </a:p>
        </p:txBody>
      </p:sp>
      <p:sp>
        <p:nvSpPr>
          <p:cNvPr id="7" name="Text Placeholder 6"/>
          <p:cNvSpPr>
            <a:spLocks noGrp="1"/>
          </p:cNvSpPr>
          <p:nvPr>
            <p:ph type="body" sz="quarter" idx="11" hasCustomPrompt="1"/>
          </p:nvPr>
        </p:nvSpPr>
        <p:spPr bwMode="gray">
          <a:xfrm>
            <a:off x="324000" y="1413163"/>
            <a:ext cx="4165200" cy="4714173"/>
          </a:xfrm>
        </p:spPr>
        <p:txBody>
          <a:bodyPr/>
          <a:lstStyle>
            <a:lvl1pPr>
              <a:defRPr/>
            </a:lvl1pPr>
          </a:lstStyle>
          <a:p>
            <a:pPr lvl="0"/>
            <a:r>
              <a:rPr lang="en-US" noProof="0" dirty="0"/>
              <a:t>First level</a:t>
            </a:r>
          </a:p>
          <a:p>
            <a:pPr lvl="1"/>
            <a:r>
              <a:rPr lang="en-US" dirty="0"/>
              <a:t>Second level</a:t>
            </a:r>
          </a:p>
          <a:p>
            <a:pPr lvl="2"/>
            <a:r>
              <a:rPr lang="en-US" dirty="0"/>
              <a:t>Third level</a:t>
            </a:r>
          </a:p>
        </p:txBody>
      </p:sp>
    </p:spTree>
    <p:extLst>
      <p:ext uri="{BB962C8B-B14F-4D97-AF65-F5344CB8AC3E}">
        <p14:creationId xmlns:p14="http://schemas.microsoft.com/office/powerpoint/2010/main" val="102635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Text with picture right 3">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dirty="0"/>
              <a:t>Insert page title</a:t>
            </a:r>
            <a:endParaRPr lang="de-DE" dirty="0"/>
          </a:p>
        </p:txBody>
      </p:sp>
      <p:sp>
        <p:nvSpPr>
          <p:cNvPr id="5" name="Picture Placeholder 4"/>
          <p:cNvSpPr>
            <a:spLocks noGrp="1"/>
          </p:cNvSpPr>
          <p:nvPr>
            <p:ph type="pic" sz="quarter" idx="10"/>
          </p:nvPr>
        </p:nvSpPr>
        <p:spPr bwMode="gray">
          <a:xfrm>
            <a:off x="3575304" y="1413163"/>
            <a:ext cx="5173203" cy="4714173"/>
          </a:xfrm>
          <a:solidFill>
            <a:schemeClr val="bg1">
              <a:lumMod val="95000"/>
            </a:schemeClr>
          </a:solidFill>
        </p:spPr>
        <p:txBody>
          <a:bodyPr vert="horz" lIns="0" tIns="1296000" rIns="0" bIns="0" rtlCol="0" anchor="t" anchorCtr="0">
            <a:noAutofit/>
          </a:bodyPr>
          <a:lstStyle>
            <a:lvl1pPr marL="0" indent="0" algn="ctr" defTabSz="914400" rtl="0" eaLnBrk="1" latinLnBrk="0" hangingPunct="1">
              <a:spcBef>
                <a:spcPts val="1620"/>
              </a:spcBef>
              <a:buClr>
                <a:schemeClr val="accent1"/>
              </a:buClr>
              <a:buSzPct val="80000"/>
              <a:buFontTx/>
              <a:buNone/>
              <a:defRPr lang="de-DE" sz="1800" b="0" kern="1200" dirty="0">
                <a:solidFill>
                  <a:schemeClr val="tx1"/>
                </a:solidFill>
                <a:latin typeface="Arial" pitchFamily="34" charset="0"/>
                <a:ea typeface="+mn-ea"/>
                <a:cs typeface="Arial" pitchFamily="34" charset="0"/>
              </a:defRPr>
            </a:lvl1pPr>
          </a:lstStyle>
          <a:p>
            <a:r>
              <a:rPr lang="en-US"/>
              <a:t>Click icon to add picture</a:t>
            </a:r>
            <a:endParaRPr lang="de-DE" dirty="0"/>
          </a:p>
        </p:txBody>
      </p:sp>
      <p:sp>
        <p:nvSpPr>
          <p:cNvPr id="7" name="Text Placeholder 6"/>
          <p:cNvSpPr>
            <a:spLocks noGrp="1"/>
          </p:cNvSpPr>
          <p:nvPr>
            <p:ph type="body" sz="quarter" idx="11" hasCustomPrompt="1"/>
          </p:nvPr>
        </p:nvSpPr>
        <p:spPr bwMode="gray">
          <a:xfrm>
            <a:off x="324000" y="1413163"/>
            <a:ext cx="3078000" cy="4714173"/>
          </a:xfrm>
        </p:spPr>
        <p:txBody>
          <a:bodyPr/>
          <a:lstStyle>
            <a:lvl1pPr>
              <a:defRPr/>
            </a:lvl1pPr>
          </a:lstStyle>
          <a:p>
            <a:pPr lvl="0"/>
            <a:r>
              <a:rPr lang="en-US" noProof="0" dirty="0"/>
              <a:t>First level</a:t>
            </a:r>
          </a:p>
          <a:p>
            <a:pPr lvl="1"/>
            <a:r>
              <a:rPr lang="en-US" dirty="0"/>
              <a:t>Second level</a:t>
            </a:r>
          </a:p>
          <a:p>
            <a:pPr lvl="2"/>
            <a:r>
              <a:rPr lang="en-US" dirty="0"/>
              <a:t>Third level</a:t>
            </a:r>
          </a:p>
        </p:txBody>
      </p:sp>
    </p:spTree>
    <p:extLst>
      <p:ext uri="{BB962C8B-B14F-4D97-AF65-F5344CB8AC3E}">
        <p14:creationId xmlns:p14="http://schemas.microsoft.com/office/powerpoint/2010/main" val="2041985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Text with picture left 1">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dirty="0"/>
              <a:t>Insert page title</a:t>
            </a:r>
            <a:endParaRPr lang="de-DE" dirty="0"/>
          </a:p>
        </p:txBody>
      </p:sp>
      <p:sp>
        <p:nvSpPr>
          <p:cNvPr id="5" name="Picture Placeholder 4"/>
          <p:cNvSpPr>
            <a:spLocks noGrp="1"/>
          </p:cNvSpPr>
          <p:nvPr>
            <p:ph type="pic" sz="quarter" idx="10"/>
          </p:nvPr>
        </p:nvSpPr>
        <p:spPr bwMode="gray">
          <a:xfrm>
            <a:off x="408080" y="1413165"/>
            <a:ext cx="2993920" cy="4714172"/>
          </a:xfrm>
          <a:solidFill>
            <a:schemeClr val="bg1">
              <a:lumMod val="95000"/>
            </a:schemeClr>
          </a:solidFill>
        </p:spPr>
        <p:txBody>
          <a:bodyPr tIns="1296000" anchor="t" anchorCtr="0">
            <a:normAutofit/>
          </a:bodyPr>
          <a:lstStyle>
            <a:lvl1pPr algn="ctr">
              <a:defRPr sz="1800" b="0"/>
            </a:lvl1pPr>
          </a:lstStyle>
          <a:p>
            <a:r>
              <a:rPr lang="en-US"/>
              <a:t>Click icon to add picture</a:t>
            </a:r>
            <a:endParaRPr lang="de-DE" dirty="0"/>
          </a:p>
        </p:txBody>
      </p:sp>
      <p:sp>
        <p:nvSpPr>
          <p:cNvPr id="7" name="Text Placeholder 6"/>
          <p:cNvSpPr>
            <a:spLocks noGrp="1"/>
          </p:cNvSpPr>
          <p:nvPr>
            <p:ph type="body" sz="quarter" idx="11" hasCustomPrompt="1"/>
          </p:nvPr>
        </p:nvSpPr>
        <p:spPr bwMode="gray">
          <a:xfrm>
            <a:off x="3582000" y="1413165"/>
            <a:ext cx="5238000" cy="4714172"/>
          </a:xfrm>
        </p:spPr>
        <p:txBody>
          <a:bodyPr/>
          <a:lstStyle>
            <a:lvl1pPr>
              <a:defRPr/>
            </a:lvl1pPr>
          </a:lstStyle>
          <a:p>
            <a:pPr lvl="0"/>
            <a:r>
              <a:rPr lang="en-US" noProof="0" dirty="0"/>
              <a:t>First level</a:t>
            </a:r>
          </a:p>
          <a:p>
            <a:pPr lvl="1"/>
            <a:r>
              <a:rPr lang="en-US" dirty="0"/>
              <a:t>Second level</a:t>
            </a:r>
          </a:p>
          <a:p>
            <a:pPr lvl="2"/>
            <a:r>
              <a:rPr lang="en-US" dirty="0"/>
              <a:t>Third level</a:t>
            </a:r>
          </a:p>
        </p:txBody>
      </p:sp>
    </p:spTree>
    <p:extLst>
      <p:ext uri="{BB962C8B-B14F-4D97-AF65-F5344CB8AC3E}">
        <p14:creationId xmlns:p14="http://schemas.microsoft.com/office/powerpoint/2010/main" val="2069475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ext with picture left 2">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dirty="0"/>
              <a:t>Insert page title</a:t>
            </a:r>
            <a:endParaRPr lang="de-DE" dirty="0"/>
          </a:p>
        </p:txBody>
      </p:sp>
      <p:sp>
        <p:nvSpPr>
          <p:cNvPr id="5" name="Picture Placeholder 4"/>
          <p:cNvSpPr>
            <a:spLocks noGrp="1"/>
          </p:cNvSpPr>
          <p:nvPr>
            <p:ph type="pic" sz="quarter" idx="10"/>
          </p:nvPr>
        </p:nvSpPr>
        <p:spPr bwMode="gray">
          <a:xfrm>
            <a:off x="408080" y="1413163"/>
            <a:ext cx="4081120" cy="4714173"/>
          </a:xfrm>
          <a:solidFill>
            <a:schemeClr val="bg1">
              <a:lumMod val="95000"/>
            </a:schemeClr>
          </a:solidFill>
        </p:spPr>
        <p:txBody>
          <a:bodyPr vert="horz" lIns="0" tIns="1296000" rIns="0" bIns="0" rtlCol="0" anchor="t" anchorCtr="0">
            <a:noAutofit/>
          </a:bodyPr>
          <a:lstStyle>
            <a:lvl1pPr marL="0" indent="0" algn="ctr" defTabSz="914400" rtl="0" eaLnBrk="1" latinLnBrk="0" hangingPunct="1">
              <a:spcBef>
                <a:spcPts val="1620"/>
              </a:spcBef>
              <a:buClr>
                <a:schemeClr val="accent1"/>
              </a:buClr>
              <a:buSzPct val="80000"/>
              <a:buFontTx/>
              <a:buNone/>
              <a:defRPr lang="de-DE" sz="1800" b="0" kern="1200" dirty="0">
                <a:solidFill>
                  <a:schemeClr val="tx1"/>
                </a:solidFill>
                <a:latin typeface="Arial" pitchFamily="34" charset="0"/>
                <a:ea typeface="+mn-ea"/>
                <a:cs typeface="Arial" pitchFamily="34" charset="0"/>
              </a:defRPr>
            </a:lvl1pPr>
          </a:lstStyle>
          <a:p>
            <a:r>
              <a:rPr lang="en-US"/>
              <a:t>Click icon to add picture</a:t>
            </a:r>
            <a:endParaRPr lang="de-DE" dirty="0"/>
          </a:p>
        </p:txBody>
      </p:sp>
      <p:sp>
        <p:nvSpPr>
          <p:cNvPr id="7" name="Text Placeholder 6"/>
          <p:cNvSpPr>
            <a:spLocks noGrp="1"/>
          </p:cNvSpPr>
          <p:nvPr>
            <p:ph type="body" sz="quarter" idx="11" hasCustomPrompt="1"/>
          </p:nvPr>
        </p:nvSpPr>
        <p:spPr bwMode="gray">
          <a:xfrm>
            <a:off x="4654800" y="1413163"/>
            <a:ext cx="4165200" cy="4714173"/>
          </a:xfrm>
        </p:spPr>
        <p:txBody>
          <a:bodyPr/>
          <a:lstStyle>
            <a:lvl1pPr>
              <a:defRPr/>
            </a:lvl1pPr>
          </a:lstStyle>
          <a:p>
            <a:pPr lvl="0"/>
            <a:r>
              <a:rPr lang="en-US" noProof="0" dirty="0"/>
              <a:t>First level</a:t>
            </a:r>
          </a:p>
          <a:p>
            <a:pPr lvl="1"/>
            <a:r>
              <a:rPr lang="en-US" dirty="0"/>
              <a:t>Second level</a:t>
            </a:r>
          </a:p>
          <a:p>
            <a:pPr lvl="2"/>
            <a:r>
              <a:rPr lang="en-US" dirty="0"/>
              <a:t>Third level</a:t>
            </a:r>
          </a:p>
        </p:txBody>
      </p:sp>
    </p:spTree>
    <p:extLst>
      <p:ext uri="{BB962C8B-B14F-4D97-AF65-F5344CB8AC3E}">
        <p14:creationId xmlns:p14="http://schemas.microsoft.com/office/powerpoint/2010/main" val="9835210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Text with picture left 3">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en-US" noProof="0" dirty="0"/>
              <a:t>Insert page title</a:t>
            </a:r>
            <a:endParaRPr lang="de-DE" dirty="0"/>
          </a:p>
        </p:txBody>
      </p:sp>
      <p:sp>
        <p:nvSpPr>
          <p:cNvPr id="5" name="Picture Placeholder 4"/>
          <p:cNvSpPr>
            <a:spLocks noGrp="1"/>
          </p:cNvSpPr>
          <p:nvPr>
            <p:ph type="pic" sz="quarter" idx="10"/>
          </p:nvPr>
        </p:nvSpPr>
        <p:spPr bwMode="gray">
          <a:xfrm>
            <a:off x="408080" y="1413163"/>
            <a:ext cx="5153920" cy="4714173"/>
          </a:xfrm>
          <a:solidFill>
            <a:schemeClr val="bg1">
              <a:lumMod val="95000"/>
            </a:schemeClr>
          </a:solidFill>
        </p:spPr>
        <p:txBody>
          <a:bodyPr vert="horz" lIns="0" tIns="1296000" rIns="0" bIns="0" rtlCol="0" anchor="t" anchorCtr="0">
            <a:noAutofit/>
          </a:bodyPr>
          <a:lstStyle>
            <a:lvl1pPr marL="0" indent="0" algn="ctr" defTabSz="914400" rtl="0" eaLnBrk="1" latinLnBrk="0" hangingPunct="1">
              <a:spcBef>
                <a:spcPts val="1620"/>
              </a:spcBef>
              <a:buClr>
                <a:schemeClr val="accent1"/>
              </a:buClr>
              <a:buSzPct val="80000"/>
              <a:buFontTx/>
              <a:buNone/>
              <a:defRPr lang="de-DE" sz="1800" b="0" kern="1200" dirty="0">
                <a:solidFill>
                  <a:schemeClr val="tx1"/>
                </a:solidFill>
                <a:latin typeface="Arial" pitchFamily="34" charset="0"/>
                <a:ea typeface="+mn-ea"/>
                <a:cs typeface="Arial" pitchFamily="34" charset="0"/>
              </a:defRPr>
            </a:lvl1pPr>
          </a:lstStyle>
          <a:p>
            <a:r>
              <a:rPr lang="en-US"/>
              <a:t>Click icon to add picture</a:t>
            </a:r>
            <a:endParaRPr lang="de-DE" dirty="0"/>
          </a:p>
        </p:txBody>
      </p:sp>
      <p:sp>
        <p:nvSpPr>
          <p:cNvPr id="7" name="Text Placeholder 6"/>
          <p:cNvSpPr>
            <a:spLocks noGrp="1"/>
          </p:cNvSpPr>
          <p:nvPr>
            <p:ph type="body" sz="quarter" idx="11" hasCustomPrompt="1"/>
          </p:nvPr>
        </p:nvSpPr>
        <p:spPr bwMode="gray">
          <a:xfrm>
            <a:off x="5742000" y="1413163"/>
            <a:ext cx="3078000" cy="4714173"/>
          </a:xfrm>
        </p:spPr>
        <p:txBody>
          <a:bodyPr/>
          <a:lstStyle>
            <a:lvl1pPr>
              <a:defRPr/>
            </a:lvl1pPr>
          </a:lstStyle>
          <a:p>
            <a:pPr lvl="0"/>
            <a:r>
              <a:rPr lang="en-US" noProof="0" dirty="0"/>
              <a:t>First level</a:t>
            </a:r>
          </a:p>
          <a:p>
            <a:pPr lvl="1"/>
            <a:r>
              <a:rPr lang="en-US" dirty="0"/>
              <a:t>Second level</a:t>
            </a:r>
          </a:p>
          <a:p>
            <a:pPr lvl="2"/>
            <a:r>
              <a:rPr lang="en-US" dirty="0"/>
              <a:t>Third level</a:t>
            </a:r>
          </a:p>
        </p:txBody>
      </p:sp>
    </p:spTree>
    <p:extLst>
      <p:ext uri="{BB962C8B-B14F-4D97-AF65-F5344CB8AC3E}">
        <p14:creationId xmlns:p14="http://schemas.microsoft.com/office/powerpoint/2010/main" val="22995687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ext with picture: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0688"/>
            <a:ext cx="4165200" cy="1720800"/>
          </a:xfrm>
        </p:spPr>
        <p:txBody>
          <a:bodyPr/>
          <a:lstStyle>
            <a:lvl1pPr>
              <a:defRPr/>
            </a:lvl1pPr>
          </a:lstStyle>
          <a:p>
            <a:pPr lvl="0"/>
            <a:r>
              <a:rPr lang="en-US" noProof="0" dirty="0"/>
              <a:t>First level</a:t>
            </a:r>
          </a:p>
          <a:p>
            <a:pPr lvl="1"/>
            <a:r>
              <a:rPr lang="en-US" dirty="0"/>
              <a:t>Second level</a:t>
            </a:r>
          </a:p>
        </p:txBody>
      </p:sp>
      <p:sp>
        <p:nvSpPr>
          <p:cNvPr id="13" name="Text Placeholder 3"/>
          <p:cNvSpPr>
            <a:spLocks noGrp="1"/>
          </p:cNvSpPr>
          <p:nvPr>
            <p:ph type="body" sz="quarter" idx="14" hasCustomPrompt="1"/>
          </p:nvPr>
        </p:nvSpPr>
        <p:spPr>
          <a:xfrm>
            <a:off x="4654800" y="1690688"/>
            <a:ext cx="4165200" cy="1720800"/>
          </a:xfrm>
        </p:spPr>
        <p:txBody>
          <a:bodyPr/>
          <a:lstStyle>
            <a:lvl1pPr>
              <a:defRPr/>
            </a:lvl1pPr>
          </a:lstStyle>
          <a:p>
            <a:pPr lvl="0"/>
            <a:r>
              <a:rPr lang="en-US" noProof="0" dirty="0"/>
              <a:t>First level</a:t>
            </a:r>
          </a:p>
          <a:p>
            <a:pPr lvl="1"/>
            <a:r>
              <a:rPr lang="en-US" dirty="0"/>
              <a:t>Second level</a:t>
            </a:r>
          </a:p>
        </p:txBody>
      </p:sp>
      <p:sp>
        <p:nvSpPr>
          <p:cNvPr id="9" name="Picture Placeholder 4"/>
          <p:cNvSpPr>
            <a:spLocks noGrp="1"/>
          </p:cNvSpPr>
          <p:nvPr>
            <p:ph type="pic" sz="quarter" idx="15"/>
          </p:nvPr>
        </p:nvSpPr>
        <p:spPr bwMode="gray">
          <a:xfrm>
            <a:off x="324000" y="3573490"/>
            <a:ext cx="4165200" cy="2508223"/>
          </a:xfrm>
          <a:solidFill>
            <a:schemeClr val="bg1">
              <a:lumMod val="95000"/>
            </a:schemeClr>
          </a:solidFill>
        </p:spPr>
        <p:txBody>
          <a:bodyPr tIns="504000" anchor="t" anchorCtr="0"/>
          <a:lstStyle>
            <a:lvl1pPr algn="ctr">
              <a:defRPr b="0"/>
            </a:lvl1pPr>
          </a:lstStyle>
          <a:p>
            <a:r>
              <a:rPr lang="en-US"/>
              <a:t>Click icon to add picture</a:t>
            </a:r>
            <a:endParaRPr lang="de-DE" dirty="0"/>
          </a:p>
        </p:txBody>
      </p:sp>
      <p:sp>
        <p:nvSpPr>
          <p:cNvPr id="11" name="Picture Placeholder 4"/>
          <p:cNvSpPr>
            <a:spLocks noGrp="1"/>
          </p:cNvSpPr>
          <p:nvPr>
            <p:ph type="pic" sz="quarter" idx="16"/>
          </p:nvPr>
        </p:nvSpPr>
        <p:spPr bwMode="gray">
          <a:xfrm>
            <a:off x="4654800" y="3573490"/>
            <a:ext cx="4165200" cy="2508223"/>
          </a:xfrm>
          <a:solidFill>
            <a:schemeClr val="bg1">
              <a:lumMod val="95000"/>
            </a:schemeClr>
          </a:solidFill>
        </p:spPr>
        <p:txBody>
          <a:bodyPr tIns="504000" anchor="t" anchorCtr="0"/>
          <a:lstStyle>
            <a:lvl1pPr algn="ctr">
              <a:defRPr b="0"/>
            </a:lvl1pPr>
          </a:lstStyle>
          <a:p>
            <a:r>
              <a:rPr lang="en-US"/>
              <a:t>Click icon to add picture</a:t>
            </a:r>
            <a:endParaRPr lang="de-DE" dirty="0"/>
          </a:p>
        </p:txBody>
      </p:sp>
    </p:spTree>
    <p:extLst>
      <p:ext uri="{BB962C8B-B14F-4D97-AF65-F5344CB8AC3E}">
        <p14:creationId xmlns:p14="http://schemas.microsoft.com/office/powerpoint/2010/main" val="17572001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Thank You">
    <p:spTree>
      <p:nvGrpSpPr>
        <p:cNvPr id="1" name=""/>
        <p:cNvGrpSpPr/>
        <p:nvPr/>
      </p:nvGrpSpPr>
      <p:grpSpPr>
        <a:xfrm>
          <a:off x="0" y="0"/>
          <a:ext cx="0" cy="0"/>
          <a:chOff x="0" y="0"/>
          <a:chExt cx="0" cy="0"/>
        </a:xfrm>
      </p:grpSpPr>
      <p:pic>
        <p:nvPicPr>
          <p:cNvPr id="6" name="Picture 14"/>
          <p:cNvPicPr>
            <a:picLocks noChangeAspect="1"/>
          </p:cNvPicPr>
          <p:nvPr userDrawn="1"/>
        </p:nvPicPr>
        <p:blipFill>
          <a:blip r:embed="rId2" cstate="print"/>
          <a:srcRect/>
          <a:stretch>
            <a:fillRect/>
          </a:stretch>
        </p:blipFill>
        <p:spPr bwMode="auto">
          <a:xfrm>
            <a:off x="5902325" y="1709738"/>
            <a:ext cx="3241675" cy="2774950"/>
          </a:xfrm>
          <a:prstGeom prst="rect">
            <a:avLst/>
          </a:prstGeom>
          <a:noFill/>
          <a:ln w="9525">
            <a:noFill/>
            <a:miter lim="800000"/>
            <a:headEnd/>
            <a:tailEnd/>
          </a:ln>
        </p:spPr>
      </p:pic>
      <p:sp>
        <p:nvSpPr>
          <p:cNvPr id="10" name="Title 1"/>
          <p:cNvSpPr txBox="1">
            <a:spLocks/>
          </p:cNvSpPr>
          <p:nvPr userDrawn="1"/>
        </p:nvSpPr>
        <p:spPr>
          <a:xfrm>
            <a:off x="2463763" y="1709738"/>
            <a:ext cx="6462926" cy="3530081"/>
          </a:xfrm>
          <a:prstGeom prst="rect">
            <a:avLst/>
          </a:prstGeom>
        </p:spPr>
        <p:txBody>
          <a:bodyPr vert="horz" lIns="91440" tIns="45720" rIns="91440" bIns="45720" rtlCol="0" anchor="ctr"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800" dirty="0">
                <a:solidFill>
                  <a:srgbClr val="0096D6"/>
                </a:solidFill>
                <a:latin typeface="Arial" charset="0"/>
              </a:rPr>
              <a:t>Thank</a:t>
            </a:r>
            <a:r>
              <a:rPr lang="en-US" sz="4800" baseline="0" dirty="0">
                <a:solidFill>
                  <a:srgbClr val="0096D6"/>
                </a:solidFill>
                <a:latin typeface="Arial" charset="0"/>
              </a:rPr>
              <a:t> you.</a:t>
            </a:r>
            <a:endParaRPr lang="en-US" sz="4800" dirty="0">
              <a:solidFill>
                <a:srgbClr val="0096D6"/>
              </a:solidFill>
              <a:latin typeface="Arial" pitchFamily="34" charset="0"/>
              <a:cs typeface="Arial" pitchFamily="34" charset="0"/>
            </a:endParaRPr>
          </a:p>
        </p:txBody>
      </p:sp>
      <p:pic>
        <p:nvPicPr>
          <p:cNvPr id="11" name="Picture 10"/>
          <p:cNvPicPr>
            <a:picLocks noChangeAspect="1"/>
          </p:cNvPicPr>
          <p:nvPr userDrawn="1"/>
        </p:nvPicPr>
        <p:blipFill rotWithShape="1">
          <a:blip r:embed="rId3" cstate="print"/>
          <a:srcRect l="50262" r="-516"/>
          <a:stretch/>
        </p:blipFill>
        <p:spPr>
          <a:xfrm>
            <a:off x="0" y="38420"/>
            <a:ext cx="3396343" cy="6785761"/>
          </a:xfrm>
          <a:prstGeom prst="rect">
            <a:avLst/>
          </a:prstGeom>
        </p:spPr>
      </p:pic>
      <p:sp>
        <p:nvSpPr>
          <p:cNvPr id="12" name="Rectangle 11"/>
          <p:cNvSpPr/>
          <p:nvPr userDrawn="1"/>
        </p:nvSpPr>
        <p:spPr bwMode="gray">
          <a:xfrm>
            <a:off x="302842" y="6391525"/>
            <a:ext cx="511175" cy="276999"/>
          </a:xfrm>
          <a:prstGeom prst="rect">
            <a:avLst/>
          </a:prstGeom>
        </p:spPr>
        <p:txBody>
          <a:bodyPr lIns="137160" tIns="68580" rIns="137160" bIns="68580" anchor="b">
            <a:prstTxWarp prst="textNoShape">
              <a:avLst/>
            </a:prstTxWarp>
            <a:spAutoFit/>
          </a:bodyPr>
          <a:lstStyle/>
          <a:p>
            <a:pPr>
              <a:defRPr/>
            </a:pPr>
            <a:fld id="{1B4E44D5-C488-4E44-AD75-2831948EC0D2}" type="slidenum">
              <a:rPr lang="en-US" sz="900">
                <a:solidFill>
                  <a:srgbClr val="FFFFFF">
                    <a:lumMod val="50000"/>
                  </a:srgbClr>
                </a:solidFill>
                <a:latin typeface="Arial"/>
                <a:ea typeface="Lucida Sans" charset="0"/>
                <a:cs typeface="Arial"/>
              </a:rPr>
              <a:pPr>
                <a:defRPr/>
              </a:pPr>
              <a:t>‹#›</a:t>
            </a:fld>
            <a:endParaRPr lang="en-US" sz="900" dirty="0">
              <a:solidFill>
                <a:srgbClr val="FFFFFF">
                  <a:lumMod val="50000"/>
                </a:srgbClr>
              </a:solidFill>
              <a:latin typeface="Arial"/>
              <a:ea typeface="Lucida Sans" charset="0"/>
              <a:cs typeface="Arial"/>
            </a:endParaRPr>
          </a:p>
        </p:txBody>
      </p:sp>
      <p:sp>
        <p:nvSpPr>
          <p:cNvPr id="13" name="TextBox 12"/>
          <p:cNvSpPr txBox="1"/>
          <p:nvPr userDrawn="1"/>
        </p:nvSpPr>
        <p:spPr bwMode="gray">
          <a:xfrm>
            <a:off x="2463763" y="6427180"/>
            <a:ext cx="4821768" cy="200055"/>
          </a:xfrm>
          <a:prstGeom prst="rect">
            <a:avLst/>
          </a:prstGeom>
          <a:noFill/>
        </p:spPr>
        <p:txBody>
          <a:bodyPr wrap="square">
            <a:spAutoFit/>
          </a:bodyPr>
          <a:lstStyle/>
          <a:p>
            <a:pPr>
              <a:defRPr/>
            </a:pPr>
            <a:r>
              <a:rPr lang="en-US" sz="700" dirty="0">
                <a:solidFill>
                  <a:srgbClr val="FFFFFF">
                    <a:lumMod val="50000"/>
                  </a:srgbClr>
                </a:solidFill>
                <a:latin typeface="Arial" pitchFamily="34" charset="0"/>
                <a:cs typeface="Arial" pitchFamily="34" charset="0"/>
              </a:rPr>
              <a:t>SuccessFactors Proprietary and Confidential   © 2012 </a:t>
            </a:r>
            <a:r>
              <a:rPr lang="en-US" sz="700" dirty="0" err="1">
                <a:solidFill>
                  <a:srgbClr val="FFFFFF">
                    <a:lumMod val="50000"/>
                  </a:srgbClr>
                </a:solidFill>
                <a:latin typeface="Arial" pitchFamily="34" charset="0"/>
                <a:cs typeface="Arial" pitchFamily="34" charset="0"/>
              </a:rPr>
              <a:t>SuccessFactors</a:t>
            </a:r>
            <a:r>
              <a:rPr lang="en-US" sz="700" dirty="0">
                <a:solidFill>
                  <a:srgbClr val="FFFFFF">
                    <a:lumMod val="50000"/>
                  </a:srgbClr>
                </a:solidFill>
                <a:latin typeface="Arial" pitchFamily="34" charset="0"/>
                <a:cs typeface="Arial" pitchFamily="34" charset="0"/>
              </a:rPr>
              <a:t>, An SAP Company.  All rights reserved.</a:t>
            </a:r>
          </a:p>
        </p:txBody>
      </p:sp>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424642" y="6292456"/>
            <a:ext cx="1522856" cy="494738"/>
          </a:xfrm>
          <a:prstGeom prst="rect">
            <a:avLst/>
          </a:prstGeom>
        </p:spPr>
      </p:pic>
    </p:spTree>
    <p:extLst>
      <p:ext uri="{BB962C8B-B14F-4D97-AF65-F5344CB8AC3E}">
        <p14:creationId xmlns:p14="http://schemas.microsoft.com/office/powerpoint/2010/main" val="2118785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pic>
        <p:nvPicPr>
          <p:cNvPr id="16" name="Picture 2" descr="\\psf\Host\Users\eric\Graphic Tank\BizX RGB-03.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a:stretch/>
        </p:blipFill>
        <p:spPr bwMode="auto">
          <a:xfrm>
            <a:off x="5791921" y="35641"/>
            <a:ext cx="3352080" cy="679648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psf\Host\Users\eric\Dolphin\6289 SuccessFactors Template\successfactors_SAP_Company\RGB\successfactors_SAP_Cmpny_R_neg.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invGray">
          <a:xfrm>
            <a:off x="847780" y="1145937"/>
            <a:ext cx="3384896" cy="64008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userDrawn="1"/>
        </p:nvSpPr>
        <p:spPr bwMode="gray">
          <a:xfrm>
            <a:off x="5653548" y="2474452"/>
            <a:ext cx="184666" cy="369332"/>
          </a:xfrm>
          <a:prstGeom prst="rect">
            <a:avLst/>
          </a:prstGeom>
          <a:noFill/>
        </p:spPr>
        <p:txBody>
          <a:bodyPr wrap="none" rtlCol="0">
            <a:spAutoFit/>
          </a:bodyPr>
          <a:lstStyle/>
          <a:p>
            <a:endParaRPr lang="en-US" dirty="0">
              <a:latin typeface="Arial" pitchFamily="34" charset="0"/>
              <a:cs typeface="Arial" pitchFamily="34" charset="0"/>
            </a:endParaRPr>
          </a:p>
        </p:txBody>
      </p:sp>
      <p:sp>
        <p:nvSpPr>
          <p:cNvPr id="8" name="Round Same Side Corner Rectangle 7"/>
          <p:cNvSpPr/>
          <p:nvPr userDrawn="1"/>
        </p:nvSpPr>
        <p:spPr bwMode="gray">
          <a:xfrm rot="5400000">
            <a:off x="3541213" y="-863123"/>
            <a:ext cx="1495513" cy="8577943"/>
          </a:xfrm>
          <a:prstGeom prst="round2SameRect">
            <a:avLst>
              <a:gd name="adj1" fmla="val 7910"/>
              <a:gd name="adj2" fmla="val 0"/>
            </a:avLst>
          </a:prstGeom>
          <a:solidFill>
            <a:schemeClr val="accent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a:spLocks noGrp="1"/>
          </p:cNvSpPr>
          <p:nvPr>
            <p:ph type="ctrTitle" hasCustomPrompt="1"/>
          </p:nvPr>
        </p:nvSpPr>
        <p:spPr bwMode="gray">
          <a:xfrm>
            <a:off x="737558" y="2755706"/>
            <a:ext cx="7673197" cy="1297193"/>
          </a:xfrm>
        </p:spPr>
        <p:txBody>
          <a:bodyPr anchor="ctr" anchorCtr="0">
            <a:noAutofit/>
          </a:bodyPr>
          <a:lstStyle>
            <a:lvl1pPr algn="l">
              <a:defRPr sz="4000" b="1" i="0" cap="small" baseline="0">
                <a:solidFill>
                  <a:schemeClr val="bg1"/>
                </a:solidFill>
                <a:latin typeface="Arial"/>
                <a:cs typeface="Arial"/>
              </a:defRPr>
            </a:lvl1pPr>
          </a:lstStyle>
          <a:p>
            <a:r>
              <a:rPr lang="en-US" dirty="0"/>
              <a:t>Click to Edit Divider Style</a:t>
            </a:r>
          </a:p>
        </p:txBody>
      </p:sp>
      <p:sp>
        <p:nvSpPr>
          <p:cNvPr id="11" name="Subtitle 2"/>
          <p:cNvSpPr>
            <a:spLocks noGrp="1"/>
          </p:cNvSpPr>
          <p:nvPr>
            <p:ph type="subTitle" idx="1"/>
          </p:nvPr>
        </p:nvSpPr>
        <p:spPr bwMode="gray">
          <a:xfrm>
            <a:off x="737558" y="4363544"/>
            <a:ext cx="4472797" cy="1411411"/>
          </a:xfrm>
        </p:spPr>
        <p:txBody>
          <a:bodyPr>
            <a:noAutofit/>
          </a:bodyPr>
          <a:lstStyle>
            <a:lvl1pPr marL="0" indent="0" algn="l">
              <a:spcBef>
                <a:spcPts val="1200"/>
              </a:spcBef>
              <a:buNone/>
              <a:defRPr sz="2400" b="0" i="0">
                <a:solidFill>
                  <a:schemeClr val="accent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3852810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19177" y="74951"/>
            <a:ext cx="8505646" cy="830823"/>
          </a:xfrm>
          <a:prstGeom prst="rect">
            <a:avLst/>
          </a:prstGeom>
        </p:spPr>
        <p:txBody>
          <a:bodyPr/>
          <a:lstStyle/>
          <a:p>
            <a:r>
              <a:rPr lang="en-US" dirty="0"/>
              <a:t>Click to edit Master title style</a:t>
            </a:r>
          </a:p>
        </p:txBody>
      </p:sp>
      <p:sp>
        <p:nvSpPr>
          <p:cNvPr id="4" name="Text Placeholder 2"/>
          <p:cNvSpPr>
            <a:spLocks noGrp="1"/>
          </p:cNvSpPr>
          <p:nvPr>
            <p:ph idx="1"/>
          </p:nvPr>
        </p:nvSpPr>
        <p:spPr bwMode="gray">
          <a:xfrm>
            <a:off x="319176" y="1299929"/>
            <a:ext cx="8488393" cy="5091596"/>
          </a:xfrm>
          <a:prstGeom prst="rect">
            <a:avLst/>
          </a:prstGeom>
        </p:spPr>
        <p:txBody>
          <a:bodyPr vert="horz" lIns="91440" tIns="45720" rIns="91440" bIns="45720" rtlCol="0">
            <a:normAutofit/>
          </a:bodyPr>
          <a:lstStyle/>
          <a:p>
            <a:pPr marL="458788" lvl="0" indent="-458788" algn="l" defTabSz="914400" rtl="0" eaLnBrk="1" latinLnBrk="0" hangingPunct="1">
              <a:spcBef>
                <a:spcPts val="1800"/>
              </a:spcBef>
              <a:buClr>
                <a:schemeClr val="accent1"/>
              </a:buClr>
              <a:buFont typeface="Wingdings" charset="2"/>
              <a:buChar char="v"/>
            </a:pPr>
            <a:r>
              <a:rPr lang="en-US" dirty="0"/>
              <a:t>Click to edit Master text styles</a:t>
            </a:r>
          </a:p>
          <a:p>
            <a:pPr marL="917575" lvl="1" indent="-469900" algn="l" defTabSz="914400" rtl="0" eaLnBrk="1" latinLnBrk="0" hangingPunct="1">
              <a:spcBef>
                <a:spcPts val="1000"/>
              </a:spcBef>
              <a:buClr>
                <a:schemeClr val="accent1">
                  <a:lumMod val="40000"/>
                  <a:lumOff val="60000"/>
                </a:schemeClr>
              </a:buClr>
              <a:buFont typeface="Wingdings" charset="2"/>
              <a:buChar char=""/>
            </a:pPr>
            <a:r>
              <a:rPr lang="en-US" dirty="0"/>
              <a:t>Second level</a:t>
            </a:r>
          </a:p>
          <a:p>
            <a:pPr marL="1376363" lvl="2" indent="-460375" algn="l" defTabSz="914400" rtl="0" eaLnBrk="1" latinLnBrk="0" hangingPunct="1">
              <a:spcBef>
                <a:spcPct val="20000"/>
              </a:spcBef>
              <a:buClr>
                <a:schemeClr val="bg1">
                  <a:lumMod val="75000"/>
                </a:schemeClr>
              </a:buClr>
              <a:buFont typeface="Arial" pitchFamily="34" charset="0"/>
              <a:buChar char="–"/>
            </a:pPr>
            <a:r>
              <a:rPr lang="en-US" dirty="0"/>
              <a:t>Third level</a:t>
            </a:r>
          </a:p>
        </p:txBody>
      </p:sp>
    </p:spTree>
    <p:extLst>
      <p:ext uri="{BB962C8B-B14F-4D97-AF65-F5344CB8AC3E}">
        <p14:creationId xmlns:p14="http://schemas.microsoft.com/office/powerpoint/2010/main" val="29192966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pic>
        <p:nvPicPr>
          <p:cNvPr id="7" name="Picture 2" descr="\\psf\Host\Users\eric\Graphic Tank\BizX RGB-02.png"/>
          <p:cNvPicPr>
            <a:picLocks noChangeAspect="1" noChangeArrowheads="1"/>
          </p:cNvPicPr>
          <p:nvPr userDrawn="1"/>
        </p:nvPicPr>
        <p:blipFill rotWithShape="1">
          <a:blip r:embed="rId2" cstate="print">
            <a:alphaModFix amt="71000"/>
            <a:extLst>
              <a:ext uri="{28A0092B-C50C-407E-A947-70E740481C1C}">
                <a14:useLocalDpi xmlns:a14="http://schemas.microsoft.com/office/drawing/2010/main" val="0"/>
              </a:ext>
            </a:extLst>
          </a:blip>
          <a:srcRect t="-1436" r="-1265" b="-436"/>
          <a:stretch/>
        </p:blipFill>
        <p:spPr bwMode="auto">
          <a:xfrm>
            <a:off x="0" y="-60558"/>
            <a:ext cx="3404026" cy="691855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psf\Host\Users\eric\Dolphin\6289 SuccessFactors Template\successfactors_SAP_Company\RGB\successfactors_SAP_Cmpny_R_neg.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invGray">
          <a:xfrm>
            <a:off x="5279046" y="4860999"/>
            <a:ext cx="2901339" cy="548640"/>
          </a:xfrm>
          <a:prstGeom prst="rect">
            <a:avLst/>
          </a:prstGeom>
          <a:noFill/>
          <a:extLst>
            <a:ext uri="{909E8E84-426E-40DD-AFC4-6F175D3DCCD1}">
              <a14:hiddenFill xmlns:a14="http://schemas.microsoft.com/office/drawing/2010/main">
                <a:solidFill>
                  <a:srgbClr val="FFFFFF"/>
                </a:solidFill>
              </a14:hiddenFill>
            </a:ext>
          </a:extLst>
        </p:spPr>
      </p:pic>
      <p:sp>
        <p:nvSpPr>
          <p:cNvPr id="13" name="Round Same Side Corner Rectangle 12"/>
          <p:cNvSpPr/>
          <p:nvPr userDrawn="1"/>
        </p:nvSpPr>
        <p:spPr bwMode="gray">
          <a:xfrm rot="5400000">
            <a:off x="3259157" y="-1067369"/>
            <a:ext cx="2042211" cy="8595361"/>
          </a:xfrm>
          <a:prstGeom prst="round2SameRect">
            <a:avLst>
              <a:gd name="adj1" fmla="val 6923"/>
              <a:gd name="adj2" fmla="val 0"/>
            </a:avLst>
          </a:prstGeom>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title" hasCustomPrompt="1"/>
          </p:nvPr>
        </p:nvSpPr>
        <p:spPr bwMode="gray">
          <a:xfrm>
            <a:off x="722313" y="2342559"/>
            <a:ext cx="7697068" cy="1766316"/>
          </a:xfrm>
        </p:spPr>
        <p:txBody>
          <a:bodyPr anchor="ctr" anchorCtr="0">
            <a:noAutofit/>
          </a:bodyPr>
          <a:lstStyle>
            <a:lvl1pPr algn="l">
              <a:defRPr sz="4800" b="1" i="0" cap="none">
                <a:solidFill>
                  <a:schemeClr val="bg1"/>
                </a:solidFill>
                <a:latin typeface="Arial"/>
                <a:cs typeface="Arial"/>
              </a:defRPr>
            </a:lvl1pPr>
          </a:lstStyle>
          <a:p>
            <a:r>
              <a:rPr lang="en-US" dirty="0"/>
              <a:t>Click To Edit Master Divider Style</a:t>
            </a:r>
          </a:p>
        </p:txBody>
      </p:sp>
    </p:spTree>
    <p:extLst>
      <p:ext uri="{BB962C8B-B14F-4D97-AF65-F5344CB8AC3E}">
        <p14:creationId xmlns:p14="http://schemas.microsoft.com/office/powerpoint/2010/main" val="40990003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19177" y="163899"/>
            <a:ext cx="8505646" cy="741875"/>
          </a:xfrm>
          <a:prstGeom prst="rect">
            <a:avLst/>
          </a:prstGeom>
        </p:spPr>
        <p:txBody>
          <a:bodyPr/>
          <a:lstStyle/>
          <a:p>
            <a:r>
              <a:rPr lang="en-US" dirty="0"/>
              <a:t>Click to edit Master title style</a:t>
            </a:r>
          </a:p>
        </p:txBody>
      </p:sp>
      <p:sp>
        <p:nvSpPr>
          <p:cNvPr id="3" name="Content Placeholder 2"/>
          <p:cNvSpPr>
            <a:spLocks noGrp="1"/>
          </p:cNvSpPr>
          <p:nvPr>
            <p:ph sz="half" idx="1"/>
          </p:nvPr>
        </p:nvSpPr>
        <p:spPr>
          <a:xfrm>
            <a:off x="319177" y="1600200"/>
            <a:ext cx="4038600" cy="4525963"/>
          </a:xfrm>
          <a:prstGeom prst="rect">
            <a:avLst/>
          </a:prstGeo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4" name="Content Placeholder 3"/>
          <p:cNvSpPr>
            <a:spLocks noGrp="1"/>
          </p:cNvSpPr>
          <p:nvPr>
            <p:ph sz="half" idx="2"/>
          </p:nvPr>
        </p:nvSpPr>
        <p:spPr>
          <a:xfrm>
            <a:off x="4725834" y="1600200"/>
            <a:ext cx="4038600" cy="4525963"/>
          </a:xfrm>
          <a:prstGeom prst="rect">
            <a:avLst/>
          </a:prstGeo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6677072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gray">
          <a:xfrm>
            <a:off x="319177" y="74951"/>
            <a:ext cx="8505646" cy="830823"/>
          </a:xfrm>
          <a:prstGeom prst="rect">
            <a:avLst/>
          </a:prstGeom>
        </p:spPr>
        <p:txBody>
          <a:bodyPr/>
          <a:lstStyle/>
          <a:p>
            <a:r>
              <a:rPr lang="en-US" dirty="0"/>
              <a:t>Click to edit Master title style</a:t>
            </a:r>
          </a:p>
        </p:txBody>
      </p:sp>
    </p:spTree>
    <p:extLst>
      <p:ext uri="{BB962C8B-B14F-4D97-AF65-F5344CB8AC3E}">
        <p14:creationId xmlns:p14="http://schemas.microsoft.com/office/powerpoint/2010/main" val="42885708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37550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Text with picture right 1">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319177" y="74951"/>
            <a:ext cx="8505646" cy="830823"/>
          </a:xfrm>
          <a:prstGeom prst="rect">
            <a:avLst/>
          </a:prstGeom>
        </p:spPr>
        <p:txBody>
          <a:bodyPr/>
          <a:lstStyle>
            <a:lvl1pPr>
              <a:defRPr/>
            </a:lvl1pPr>
          </a:lstStyle>
          <a:p>
            <a:r>
              <a:rPr lang="en-US" noProof="0" dirty="0"/>
              <a:t>Insert page title</a:t>
            </a:r>
            <a:endParaRPr lang="de-DE" dirty="0"/>
          </a:p>
        </p:txBody>
      </p:sp>
      <p:sp>
        <p:nvSpPr>
          <p:cNvPr id="5" name="Picture Placeholder 4"/>
          <p:cNvSpPr>
            <a:spLocks noGrp="1"/>
          </p:cNvSpPr>
          <p:nvPr>
            <p:ph type="pic" sz="quarter" idx="10"/>
          </p:nvPr>
        </p:nvSpPr>
        <p:spPr bwMode="auto">
          <a:xfrm>
            <a:off x="5745600" y="1413164"/>
            <a:ext cx="3002908" cy="4714173"/>
          </a:xfrm>
          <a:prstGeom prst="rect">
            <a:avLst/>
          </a:prstGeom>
          <a:noFill/>
        </p:spPr>
        <p:txBody>
          <a:bodyPr tIns="1296000" anchor="t" anchorCtr="0">
            <a:normAutofit/>
          </a:bodyPr>
          <a:lstStyle>
            <a:lvl1pPr algn="ctr">
              <a:defRPr sz="1800" b="0">
                <a:latin typeface="Arial" pitchFamily="34" charset="0"/>
                <a:cs typeface="Arial" pitchFamily="34" charset="0"/>
              </a:defRPr>
            </a:lvl1pPr>
          </a:lstStyle>
          <a:p>
            <a:r>
              <a:rPr lang="en-US"/>
              <a:t>Click icon to add picture</a:t>
            </a:r>
            <a:endParaRPr lang="de-DE" dirty="0"/>
          </a:p>
        </p:txBody>
      </p:sp>
      <p:sp>
        <p:nvSpPr>
          <p:cNvPr id="7" name="Text Placeholder 6"/>
          <p:cNvSpPr>
            <a:spLocks noGrp="1"/>
          </p:cNvSpPr>
          <p:nvPr>
            <p:ph type="body" sz="quarter" idx="11" hasCustomPrompt="1"/>
          </p:nvPr>
        </p:nvSpPr>
        <p:spPr bwMode="invGray">
          <a:xfrm>
            <a:off x="324000" y="1413164"/>
            <a:ext cx="5238000" cy="4714173"/>
          </a:xfrm>
          <a:prstGeom prst="rect">
            <a:avLst/>
          </a:prstGeom>
        </p:spPr>
        <p:txBody>
          <a:bodyPr/>
          <a:lstStyle>
            <a:lvl1pPr>
              <a:defRPr/>
            </a:lvl1pPr>
          </a:lstStyle>
          <a:p>
            <a:pPr lvl="0"/>
            <a:r>
              <a:rPr lang="en-US" noProof="0" dirty="0"/>
              <a:t>First level</a:t>
            </a:r>
          </a:p>
          <a:p>
            <a:pPr lvl="1"/>
            <a:r>
              <a:rPr lang="en-US" dirty="0"/>
              <a:t>Second level</a:t>
            </a:r>
          </a:p>
          <a:p>
            <a:pPr lvl="2"/>
            <a:r>
              <a:rPr lang="en-US" dirty="0"/>
              <a:t>Third level</a:t>
            </a:r>
          </a:p>
        </p:txBody>
      </p:sp>
    </p:spTree>
    <p:extLst>
      <p:ext uri="{BB962C8B-B14F-4D97-AF65-F5344CB8AC3E}">
        <p14:creationId xmlns:p14="http://schemas.microsoft.com/office/powerpoint/2010/main" val="16513415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Text with picture right 2">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319177" y="74951"/>
            <a:ext cx="8505646" cy="830823"/>
          </a:xfrm>
          <a:prstGeom prst="rect">
            <a:avLst/>
          </a:prstGeom>
        </p:spPr>
        <p:txBody>
          <a:bodyPr/>
          <a:lstStyle>
            <a:lvl1pPr>
              <a:defRPr/>
            </a:lvl1pPr>
          </a:lstStyle>
          <a:p>
            <a:r>
              <a:rPr lang="en-US" noProof="0" dirty="0"/>
              <a:t>Insert page title</a:t>
            </a:r>
            <a:endParaRPr lang="de-DE" dirty="0"/>
          </a:p>
        </p:txBody>
      </p:sp>
      <p:sp>
        <p:nvSpPr>
          <p:cNvPr id="5" name="Picture Placeholder 4"/>
          <p:cNvSpPr>
            <a:spLocks noGrp="1"/>
          </p:cNvSpPr>
          <p:nvPr>
            <p:ph type="pic" sz="quarter" idx="10"/>
          </p:nvPr>
        </p:nvSpPr>
        <p:spPr bwMode="auto">
          <a:xfrm>
            <a:off x="4654800" y="1413163"/>
            <a:ext cx="4093708" cy="4714173"/>
          </a:xfrm>
          <a:prstGeom prst="rect">
            <a:avLst/>
          </a:prstGeom>
          <a:noFill/>
        </p:spPr>
        <p:txBody>
          <a:bodyPr vert="horz" lIns="0" tIns="1296000" rIns="0" bIns="0" rtlCol="0" anchor="t" anchorCtr="0">
            <a:noAutofit/>
          </a:bodyPr>
          <a:lstStyle>
            <a:lvl1pPr marL="0" indent="0" algn="ctr" defTabSz="914400" rtl="0" eaLnBrk="1" latinLnBrk="0" hangingPunct="1">
              <a:spcBef>
                <a:spcPts val="1620"/>
              </a:spcBef>
              <a:buClr>
                <a:schemeClr val="accent1"/>
              </a:buClr>
              <a:buSzPct val="80000"/>
              <a:buFontTx/>
              <a:buNone/>
              <a:defRPr lang="de-DE" sz="1800" b="0" kern="1200" dirty="0">
                <a:solidFill>
                  <a:schemeClr val="tx1"/>
                </a:solidFill>
                <a:latin typeface="Arial" pitchFamily="34" charset="0"/>
                <a:ea typeface="+mn-ea"/>
                <a:cs typeface="Arial" pitchFamily="34" charset="0"/>
              </a:defRPr>
            </a:lvl1pPr>
          </a:lstStyle>
          <a:p>
            <a:r>
              <a:rPr lang="en-US"/>
              <a:t>Click icon to add picture</a:t>
            </a:r>
            <a:endParaRPr lang="de-DE" dirty="0"/>
          </a:p>
        </p:txBody>
      </p:sp>
      <p:sp>
        <p:nvSpPr>
          <p:cNvPr id="7" name="Text Placeholder 6"/>
          <p:cNvSpPr>
            <a:spLocks noGrp="1"/>
          </p:cNvSpPr>
          <p:nvPr>
            <p:ph type="body" sz="quarter" idx="11" hasCustomPrompt="1"/>
          </p:nvPr>
        </p:nvSpPr>
        <p:spPr bwMode="invGray">
          <a:xfrm>
            <a:off x="324000" y="1413163"/>
            <a:ext cx="4165200" cy="4714173"/>
          </a:xfrm>
          <a:prstGeom prst="rect">
            <a:avLst/>
          </a:prstGeom>
        </p:spPr>
        <p:txBody>
          <a:bodyPr/>
          <a:lstStyle>
            <a:lvl1pPr>
              <a:defRPr/>
            </a:lvl1pPr>
          </a:lstStyle>
          <a:p>
            <a:pPr lvl="0"/>
            <a:r>
              <a:rPr lang="en-US" noProof="0" dirty="0"/>
              <a:t>First level</a:t>
            </a:r>
          </a:p>
          <a:p>
            <a:pPr lvl="1"/>
            <a:r>
              <a:rPr lang="en-US" dirty="0"/>
              <a:t>Second level</a:t>
            </a:r>
          </a:p>
          <a:p>
            <a:pPr lvl="2"/>
            <a:r>
              <a:rPr lang="en-US" dirty="0"/>
              <a:t>Third level</a:t>
            </a:r>
          </a:p>
        </p:txBody>
      </p:sp>
    </p:spTree>
    <p:extLst>
      <p:ext uri="{BB962C8B-B14F-4D97-AF65-F5344CB8AC3E}">
        <p14:creationId xmlns:p14="http://schemas.microsoft.com/office/powerpoint/2010/main" val="37645725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Text with picture right 3">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319177" y="74951"/>
            <a:ext cx="8505646" cy="830823"/>
          </a:xfrm>
          <a:prstGeom prst="rect">
            <a:avLst/>
          </a:prstGeom>
        </p:spPr>
        <p:txBody>
          <a:bodyPr/>
          <a:lstStyle>
            <a:lvl1pPr>
              <a:defRPr/>
            </a:lvl1pPr>
          </a:lstStyle>
          <a:p>
            <a:r>
              <a:rPr lang="en-US" noProof="0" dirty="0"/>
              <a:t>Insert page title</a:t>
            </a:r>
            <a:endParaRPr lang="de-DE" dirty="0"/>
          </a:p>
        </p:txBody>
      </p:sp>
      <p:sp>
        <p:nvSpPr>
          <p:cNvPr id="5" name="Picture Placeholder 4"/>
          <p:cNvSpPr>
            <a:spLocks noGrp="1"/>
          </p:cNvSpPr>
          <p:nvPr>
            <p:ph type="pic" sz="quarter" idx="10"/>
          </p:nvPr>
        </p:nvSpPr>
        <p:spPr bwMode="auto">
          <a:xfrm>
            <a:off x="3575304" y="1413163"/>
            <a:ext cx="5173203" cy="4714173"/>
          </a:xfrm>
          <a:prstGeom prst="rect">
            <a:avLst/>
          </a:prstGeom>
          <a:noFill/>
        </p:spPr>
        <p:txBody>
          <a:bodyPr vert="horz" lIns="0" tIns="1296000" rIns="0" bIns="0" rtlCol="0" anchor="t" anchorCtr="0">
            <a:noAutofit/>
          </a:bodyPr>
          <a:lstStyle>
            <a:lvl1pPr marL="0" indent="0" algn="ctr" defTabSz="914400" rtl="0" eaLnBrk="1" latinLnBrk="0" hangingPunct="1">
              <a:spcBef>
                <a:spcPts val="1620"/>
              </a:spcBef>
              <a:buClr>
                <a:schemeClr val="accent1"/>
              </a:buClr>
              <a:buSzPct val="80000"/>
              <a:buFontTx/>
              <a:buNone/>
              <a:defRPr lang="de-DE" sz="1800" b="0" kern="1200" dirty="0">
                <a:solidFill>
                  <a:schemeClr val="tx1"/>
                </a:solidFill>
                <a:latin typeface="Arial" pitchFamily="34" charset="0"/>
                <a:ea typeface="+mn-ea"/>
                <a:cs typeface="Arial" pitchFamily="34" charset="0"/>
              </a:defRPr>
            </a:lvl1pPr>
          </a:lstStyle>
          <a:p>
            <a:r>
              <a:rPr lang="en-US"/>
              <a:t>Click icon to add picture</a:t>
            </a:r>
            <a:endParaRPr lang="de-DE" dirty="0"/>
          </a:p>
        </p:txBody>
      </p:sp>
      <p:sp>
        <p:nvSpPr>
          <p:cNvPr id="7" name="Text Placeholder 6"/>
          <p:cNvSpPr>
            <a:spLocks noGrp="1"/>
          </p:cNvSpPr>
          <p:nvPr>
            <p:ph type="body" sz="quarter" idx="11" hasCustomPrompt="1"/>
          </p:nvPr>
        </p:nvSpPr>
        <p:spPr bwMode="invGray">
          <a:xfrm>
            <a:off x="324000" y="1413163"/>
            <a:ext cx="3078000" cy="4714173"/>
          </a:xfrm>
          <a:prstGeom prst="rect">
            <a:avLst/>
          </a:prstGeom>
        </p:spPr>
        <p:txBody>
          <a:bodyPr/>
          <a:lstStyle>
            <a:lvl1pPr>
              <a:defRPr/>
            </a:lvl1pPr>
          </a:lstStyle>
          <a:p>
            <a:pPr lvl="0"/>
            <a:r>
              <a:rPr lang="en-US" noProof="0" dirty="0"/>
              <a:t>First level</a:t>
            </a:r>
          </a:p>
          <a:p>
            <a:pPr lvl="1"/>
            <a:r>
              <a:rPr lang="en-US" dirty="0"/>
              <a:t>Second level</a:t>
            </a:r>
          </a:p>
          <a:p>
            <a:pPr lvl="2"/>
            <a:r>
              <a:rPr lang="en-US" dirty="0"/>
              <a:t>Third level</a:t>
            </a:r>
          </a:p>
        </p:txBody>
      </p:sp>
    </p:spTree>
    <p:extLst>
      <p:ext uri="{BB962C8B-B14F-4D97-AF65-F5344CB8AC3E}">
        <p14:creationId xmlns:p14="http://schemas.microsoft.com/office/powerpoint/2010/main" val="40613690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Text with picture left 1">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319177" y="74951"/>
            <a:ext cx="8505646" cy="830823"/>
          </a:xfrm>
          <a:prstGeom prst="rect">
            <a:avLst/>
          </a:prstGeom>
        </p:spPr>
        <p:txBody>
          <a:bodyPr/>
          <a:lstStyle>
            <a:lvl1pPr>
              <a:defRPr/>
            </a:lvl1pPr>
          </a:lstStyle>
          <a:p>
            <a:r>
              <a:rPr lang="en-US" noProof="0" dirty="0"/>
              <a:t>Insert page title</a:t>
            </a:r>
            <a:endParaRPr lang="de-DE" dirty="0"/>
          </a:p>
        </p:txBody>
      </p:sp>
      <p:sp>
        <p:nvSpPr>
          <p:cNvPr id="5" name="Picture Placeholder 4"/>
          <p:cNvSpPr>
            <a:spLocks noGrp="1"/>
          </p:cNvSpPr>
          <p:nvPr>
            <p:ph type="pic" sz="quarter" idx="10"/>
          </p:nvPr>
        </p:nvSpPr>
        <p:spPr bwMode="auto">
          <a:xfrm>
            <a:off x="408080" y="1413165"/>
            <a:ext cx="2993920" cy="4714172"/>
          </a:xfrm>
          <a:prstGeom prst="rect">
            <a:avLst/>
          </a:prstGeom>
          <a:noFill/>
        </p:spPr>
        <p:txBody>
          <a:bodyPr tIns="1296000" anchor="t" anchorCtr="0">
            <a:normAutofit/>
          </a:bodyPr>
          <a:lstStyle>
            <a:lvl1pPr algn="ctr">
              <a:defRPr sz="1800" b="0"/>
            </a:lvl1pPr>
          </a:lstStyle>
          <a:p>
            <a:r>
              <a:rPr lang="en-US"/>
              <a:t>Click icon to add picture</a:t>
            </a:r>
            <a:endParaRPr lang="de-DE" dirty="0"/>
          </a:p>
        </p:txBody>
      </p:sp>
      <p:sp>
        <p:nvSpPr>
          <p:cNvPr id="7" name="Text Placeholder 6"/>
          <p:cNvSpPr>
            <a:spLocks noGrp="1"/>
          </p:cNvSpPr>
          <p:nvPr>
            <p:ph type="body" sz="quarter" idx="11" hasCustomPrompt="1"/>
          </p:nvPr>
        </p:nvSpPr>
        <p:spPr bwMode="invGray">
          <a:xfrm>
            <a:off x="3582000" y="1413165"/>
            <a:ext cx="5238000" cy="4714172"/>
          </a:xfrm>
          <a:prstGeom prst="rect">
            <a:avLst/>
          </a:prstGeom>
        </p:spPr>
        <p:txBody>
          <a:bodyPr/>
          <a:lstStyle>
            <a:lvl1pPr>
              <a:defRPr/>
            </a:lvl1pPr>
          </a:lstStyle>
          <a:p>
            <a:pPr lvl="0"/>
            <a:r>
              <a:rPr lang="en-US" noProof="0" dirty="0"/>
              <a:t>First level</a:t>
            </a:r>
          </a:p>
          <a:p>
            <a:pPr lvl="1"/>
            <a:r>
              <a:rPr lang="en-US" dirty="0"/>
              <a:t>Second level</a:t>
            </a:r>
          </a:p>
          <a:p>
            <a:pPr lvl="2"/>
            <a:r>
              <a:rPr lang="en-US" dirty="0"/>
              <a:t>Third level</a:t>
            </a:r>
          </a:p>
        </p:txBody>
      </p:sp>
    </p:spTree>
    <p:extLst>
      <p:ext uri="{BB962C8B-B14F-4D97-AF65-F5344CB8AC3E}">
        <p14:creationId xmlns:p14="http://schemas.microsoft.com/office/powerpoint/2010/main" val="18005256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Text with picture left 2">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319177" y="74951"/>
            <a:ext cx="8505646" cy="830823"/>
          </a:xfrm>
          <a:prstGeom prst="rect">
            <a:avLst/>
          </a:prstGeom>
        </p:spPr>
        <p:txBody>
          <a:bodyPr/>
          <a:lstStyle>
            <a:lvl1pPr>
              <a:defRPr/>
            </a:lvl1pPr>
          </a:lstStyle>
          <a:p>
            <a:r>
              <a:rPr lang="en-US" noProof="0" dirty="0"/>
              <a:t>Insert page title</a:t>
            </a:r>
            <a:endParaRPr lang="de-DE" dirty="0"/>
          </a:p>
        </p:txBody>
      </p:sp>
      <p:sp>
        <p:nvSpPr>
          <p:cNvPr id="5" name="Picture Placeholder 4"/>
          <p:cNvSpPr>
            <a:spLocks noGrp="1"/>
          </p:cNvSpPr>
          <p:nvPr>
            <p:ph type="pic" sz="quarter" idx="10"/>
          </p:nvPr>
        </p:nvSpPr>
        <p:spPr bwMode="auto">
          <a:xfrm>
            <a:off x="408080" y="1413163"/>
            <a:ext cx="4081120" cy="4714173"/>
          </a:xfrm>
          <a:prstGeom prst="rect">
            <a:avLst/>
          </a:prstGeom>
          <a:noFill/>
        </p:spPr>
        <p:txBody>
          <a:bodyPr vert="horz" lIns="0" tIns="1296000" rIns="0" bIns="0" rtlCol="0" anchor="t" anchorCtr="0">
            <a:noAutofit/>
          </a:bodyPr>
          <a:lstStyle>
            <a:lvl1pPr marL="0" indent="0" algn="ctr" defTabSz="914400" rtl="0" eaLnBrk="1" latinLnBrk="0" hangingPunct="1">
              <a:spcBef>
                <a:spcPts val="1620"/>
              </a:spcBef>
              <a:buClr>
                <a:schemeClr val="accent1"/>
              </a:buClr>
              <a:buSzPct val="80000"/>
              <a:buFontTx/>
              <a:buNone/>
              <a:defRPr lang="de-DE" sz="1800" b="0" kern="1200" dirty="0">
                <a:solidFill>
                  <a:schemeClr val="tx1"/>
                </a:solidFill>
                <a:latin typeface="Arial" pitchFamily="34" charset="0"/>
                <a:ea typeface="+mn-ea"/>
                <a:cs typeface="Arial" pitchFamily="34" charset="0"/>
              </a:defRPr>
            </a:lvl1pPr>
          </a:lstStyle>
          <a:p>
            <a:r>
              <a:rPr lang="en-US"/>
              <a:t>Click icon to add picture</a:t>
            </a:r>
            <a:endParaRPr lang="de-DE" dirty="0"/>
          </a:p>
        </p:txBody>
      </p:sp>
      <p:sp>
        <p:nvSpPr>
          <p:cNvPr id="7" name="Text Placeholder 6"/>
          <p:cNvSpPr>
            <a:spLocks noGrp="1"/>
          </p:cNvSpPr>
          <p:nvPr>
            <p:ph type="body" sz="quarter" idx="11" hasCustomPrompt="1"/>
          </p:nvPr>
        </p:nvSpPr>
        <p:spPr bwMode="invGray">
          <a:xfrm>
            <a:off x="4654800" y="1413163"/>
            <a:ext cx="4165200" cy="4714173"/>
          </a:xfrm>
          <a:prstGeom prst="rect">
            <a:avLst/>
          </a:prstGeom>
        </p:spPr>
        <p:txBody>
          <a:bodyPr/>
          <a:lstStyle>
            <a:lvl1pPr>
              <a:defRPr/>
            </a:lvl1pPr>
          </a:lstStyle>
          <a:p>
            <a:pPr lvl="0"/>
            <a:r>
              <a:rPr lang="en-US" noProof="0" dirty="0"/>
              <a:t>First level</a:t>
            </a:r>
          </a:p>
          <a:p>
            <a:pPr lvl="1"/>
            <a:r>
              <a:rPr lang="en-US" dirty="0"/>
              <a:t>Second level</a:t>
            </a:r>
          </a:p>
          <a:p>
            <a:pPr lvl="2"/>
            <a:r>
              <a:rPr lang="en-US" dirty="0"/>
              <a:t>Third level</a:t>
            </a:r>
          </a:p>
        </p:txBody>
      </p:sp>
    </p:spTree>
    <p:extLst>
      <p:ext uri="{BB962C8B-B14F-4D97-AF65-F5344CB8AC3E}">
        <p14:creationId xmlns:p14="http://schemas.microsoft.com/office/powerpoint/2010/main" val="41726135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Text with picture left 3">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319177" y="74951"/>
            <a:ext cx="8505646" cy="830823"/>
          </a:xfrm>
          <a:prstGeom prst="rect">
            <a:avLst/>
          </a:prstGeom>
        </p:spPr>
        <p:txBody>
          <a:bodyPr/>
          <a:lstStyle>
            <a:lvl1pPr>
              <a:defRPr/>
            </a:lvl1pPr>
          </a:lstStyle>
          <a:p>
            <a:r>
              <a:rPr lang="en-US" noProof="0" dirty="0"/>
              <a:t>Insert page title</a:t>
            </a:r>
            <a:endParaRPr lang="de-DE" dirty="0"/>
          </a:p>
        </p:txBody>
      </p:sp>
      <p:sp>
        <p:nvSpPr>
          <p:cNvPr id="5" name="Picture Placeholder 4"/>
          <p:cNvSpPr>
            <a:spLocks noGrp="1"/>
          </p:cNvSpPr>
          <p:nvPr>
            <p:ph type="pic" sz="quarter" idx="10"/>
          </p:nvPr>
        </p:nvSpPr>
        <p:spPr bwMode="auto">
          <a:xfrm>
            <a:off x="408080" y="1413163"/>
            <a:ext cx="5153920" cy="4714173"/>
          </a:xfrm>
          <a:prstGeom prst="rect">
            <a:avLst/>
          </a:prstGeom>
          <a:noFill/>
        </p:spPr>
        <p:txBody>
          <a:bodyPr vert="horz" lIns="0" tIns="1296000" rIns="0" bIns="0" rtlCol="0" anchor="t" anchorCtr="0">
            <a:noAutofit/>
          </a:bodyPr>
          <a:lstStyle>
            <a:lvl1pPr marL="0" indent="0" algn="ctr" defTabSz="914400" rtl="0" eaLnBrk="1" latinLnBrk="0" hangingPunct="1">
              <a:spcBef>
                <a:spcPts val="1620"/>
              </a:spcBef>
              <a:buClr>
                <a:schemeClr val="accent1"/>
              </a:buClr>
              <a:buSzPct val="80000"/>
              <a:buFontTx/>
              <a:buNone/>
              <a:defRPr lang="de-DE" sz="1800" b="0" kern="1200" dirty="0">
                <a:solidFill>
                  <a:schemeClr val="tx1"/>
                </a:solidFill>
                <a:latin typeface="Arial" pitchFamily="34" charset="0"/>
                <a:ea typeface="+mn-ea"/>
                <a:cs typeface="Arial" pitchFamily="34" charset="0"/>
              </a:defRPr>
            </a:lvl1pPr>
          </a:lstStyle>
          <a:p>
            <a:r>
              <a:rPr lang="en-US"/>
              <a:t>Click icon to add picture</a:t>
            </a:r>
            <a:endParaRPr lang="de-DE" dirty="0"/>
          </a:p>
        </p:txBody>
      </p:sp>
      <p:sp>
        <p:nvSpPr>
          <p:cNvPr id="7" name="Text Placeholder 6"/>
          <p:cNvSpPr>
            <a:spLocks noGrp="1"/>
          </p:cNvSpPr>
          <p:nvPr>
            <p:ph type="body" sz="quarter" idx="11" hasCustomPrompt="1"/>
          </p:nvPr>
        </p:nvSpPr>
        <p:spPr bwMode="invGray">
          <a:xfrm>
            <a:off x="5742000" y="1413163"/>
            <a:ext cx="3078000" cy="4714173"/>
          </a:xfrm>
          <a:prstGeom prst="rect">
            <a:avLst/>
          </a:prstGeom>
        </p:spPr>
        <p:txBody>
          <a:bodyPr/>
          <a:lstStyle>
            <a:lvl1pPr>
              <a:defRPr/>
            </a:lvl1pPr>
          </a:lstStyle>
          <a:p>
            <a:pPr lvl="0"/>
            <a:r>
              <a:rPr lang="en-US" noProof="0" dirty="0"/>
              <a:t>First level</a:t>
            </a:r>
          </a:p>
          <a:p>
            <a:pPr lvl="1"/>
            <a:r>
              <a:rPr lang="en-US" dirty="0"/>
              <a:t>Second level</a:t>
            </a:r>
          </a:p>
          <a:p>
            <a:pPr lvl="2"/>
            <a:r>
              <a:rPr lang="en-US" dirty="0"/>
              <a:t>Third level</a:t>
            </a:r>
          </a:p>
        </p:txBody>
      </p:sp>
    </p:spTree>
    <p:extLst>
      <p:ext uri="{BB962C8B-B14F-4D97-AF65-F5344CB8AC3E}">
        <p14:creationId xmlns:p14="http://schemas.microsoft.com/office/powerpoint/2010/main" val="8587157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Text with picture: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177" y="74951"/>
            <a:ext cx="8505646" cy="830823"/>
          </a:xfrm>
          <a:prstGeom prst="rect">
            <a:avLst/>
          </a:prstGeom>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0688"/>
            <a:ext cx="4165200" cy="1720800"/>
          </a:xfrm>
          <a:prstGeom prst="rect">
            <a:avLst/>
          </a:prstGeom>
        </p:spPr>
        <p:txBody>
          <a:bodyPr/>
          <a:lstStyle>
            <a:lvl1pPr>
              <a:defRPr/>
            </a:lvl1pPr>
          </a:lstStyle>
          <a:p>
            <a:pPr lvl="0"/>
            <a:r>
              <a:rPr lang="en-US" noProof="0" dirty="0"/>
              <a:t>First level</a:t>
            </a:r>
          </a:p>
          <a:p>
            <a:pPr lvl="1"/>
            <a:r>
              <a:rPr lang="en-US" dirty="0"/>
              <a:t>Second level</a:t>
            </a:r>
          </a:p>
        </p:txBody>
      </p:sp>
      <p:sp>
        <p:nvSpPr>
          <p:cNvPr id="13" name="Text Placeholder 3"/>
          <p:cNvSpPr>
            <a:spLocks noGrp="1"/>
          </p:cNvSpPr>
          <p:nvPr>
            <p:ph type="body" sz="quarter" idx="14" hasCustomPrompt="1"/>
          </p:nvPr>
        </p:nvSpPr>
        <p:spPr>
          <a:xfrm>
            <a:off x="4654800" y="1690688"/>
            <a:ext cx="4165200" cy="1720800"/>
          </a:xfrm>
          <a:prstGeom prst="rect">
            <a:avLst/>
          </a:prstGeom>
        </p:spPr>
        <p:txBody>
          <a:bodyPr/>
          <a:lstStyle>
            <a:lvl1pPr>
              <a:defRPr/>
            </a:lvl1pPr>
          </a:lstStyle>
          <a:p>
            <a:pPr lvl="0"/>
            <a:r>
              <a:rPr lang="en-US" noProof="0" dirty="0"/>
              <a:t>First level</a:t>
            </a:r>
          </a:p>
          <a:p>
            <a:pPr lvl="1"/>
            <a:r>
              <a:rPr lang="en-US" dirty="0"/>
              <a:t>Second level</a:t>
            </a:r>
          </a:p>
        </p:txBody>
      </p:sp>
      <p:sp>
        <p:nvSpPr>
          <p:cNvPr id="9" name="Picture Placeholder 4"/>
          <p:cNvSpPr>
            <a:spLocks noGrp="1"/>
          </p:cNvSpPr>
          <p:nvPr>
            <p:ph type="pic" sz="quarter" idx="15"/>
          </p:nvPr>
        </p:nvSpPr>
        <p:spPr bwMode="auto">
          <a:xfrm>
            <a:off x="324000" y="3573490"/>
            <a:ext cx="4165200" cy="2508223"/>
          </a:xfrm>
          <a:prstGeom prst="rect">
            <a:avLst/>
          </a:prstGeom>
          <a:noFill/>
        </p:spPr>
        <p:txBody>
          <a:bodyPr tIns="504000" anchor="t" anchorCtr="0"/>
          <a:lstStyle>
            <a:lvl1pPr algn="ctr">
              <a:defRPr b="0"/>
            </a:lvl1pPr>
          </a:lstStyle>
          <a:p>
            <a:r>
              <a:rPr lang="en-US"/>
              <a:t>Click icon to add picture</a:t>
            </a:r>
            <a:endParaRPr lang="de-DE" dirty="0"/>
          </a:p>
        </p:txBody>
      </p:sp>
      <p:sp>
        <p:nvSpPr>
          <p:cNvPr id="11" name="Picture Placeholder 4"/>
          <p:cNvSpPr>
            <a:spLocks noGrp="1"/>
          </p:cNvSpPr>
          <p:nvPr>
            <p:ph type="pic" sz="quarter" idx="16"/>
          </p:nvPr>
        </p:nvSpPr>
        <p:spPr bwMode="auto">
          <a:xfrm>
            <a:off x="4654800" y="3573490"/>
            <a:ext cx="4165200" cy="2508223"/>
          </a:xfrm>
          <a:prstGeom prst="rect">
            <a:avLst/>
          </a:prstGeom>
          <a:noFill/>
        </p:spPr>
        <p:txBody>
          <a:bodyPr tIns="504000" anchor="t" anchorCtr="0"/>
          <a:lstStyle>
            <a:lvl1pPr algn="ctr">
              <a:defRPr b="0"/>
            </a:lvl1pPr>
          </a:lstStyle>
          <a:p>
            <a:r>
              <a:rPr lang="en-US"/>
              <a:t>Click icon to add picture</a:t>
            </a:r>
            <a:endParaRPr lang="de-DE" dirty="0"/>
          </a:p>
        </p:txBody>
      </p:sp>
    </p:spTree>
    <p:extLst>
      <p:ext uri="{BB962C8B-B14F-4D97-AF65-F5344CB8AC3E}">
        <p14:creationId xmlns:p14="http://schemas.microsoft.com/office/powerpoint/2010/main" val="32816606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sp>
        <p:nvSpPr>
          <p:cNvPr id="10" name="Title 1"/>
          <p:cNvSpPr txBox="1">
            <a:spLocks/>
          </p:cNvSpPr>
          <p:nvPr userDrawn="1"/>
        </p:nvSpPr>
        <p:spPr>
          <a:xfrm>
            <a:off x="2463763" y="2794005"/>
            <a:ext cx="4511370" cy="1256337"/>
          </a:xfrm>
          <a:prstGeom prst="rect">
            <a:avLst/>
          </a:prstGeom>
        </p:spPr>
        <p:txBody>
          <a:bodyPr vert="horz" lIns="91440" tIns="45720" rIns="91440" bIns="45720" rtlCol="0" anchor="ctr" anchorCtr="0">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dirty="0">
                <a:solidFill>
                  <a:srgbClr val="0096D6"/>
                </a:solidFill>
                <a:latin typeface="Arial" charset="0"/>
              </a:rPr>
              <a:t>Thank You</a:t>
            </a:r>
            <a:endParaRPr lang="en-US" sz="4000" dirty="0">
              <a:solidFill>
                <a:srgbClr val="0096D6"/>
              </a:solidFill>
              <a:latin typeface="Arial" pitchFamily="34" charset="0"/>
              <a:cs typeface="Arial" pitchFamily="34" charset="0"/>
            </a:endParaRPr>
          </a:p>
        </p:txBody>
      </p:sp>
      <p:pic>
        <p:nvPicPr>
          <p:cNvPr id="9" name="Picture 2" descr="\\psf\Host\Users\eric\Graphic Tank\BizX RGB-02.png"/>
          <p:cNvPicPr>
            <a:picLocks noChangeAspect="1" noChangeArrowheads="1"/>
          </p:cNvPicPr>
          <p:nvPr userDrawn="1"/>
        </p:nvPicPr>
        <p:blipFill rotWithShape="1">
          <a:blip r:embed="rId2" cstate="print">
            <a:alphaModFix amt="82000"/>
            <a:extLst>
              <a:ext uri="{28A0092B-C50C-407E-A947-70E740481C1C}">
                <a14:useLocalDpi xmlns:a14="http://schemas.microsoft.com/office/drawing/2010/main" val="0"/>
              </a:ext>
            </a:extLst>
          </a:blip>
          <a:srcRect t="-1436" r="-1265" b="-436"/>
          <a:stretch/>
        </p:blipFill>
        <p:spPr bwMode="auto">
          <a:xfrm>
            <a:off x="0" y="-60558"/>
            <a:ext cx="3404026" cy="691855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userDrawn="1"/>
        </p:nvSpPr>
        <p:spPr bwMode="gray">
          <a:xfrm>
            <a:off x="302842" y="6391525"/>
            <a:ext cx="511175" cy="276999"/>
          </a:xfrm>
          <a:prstGeom prst="rect">
            <a:avLst/>
          </a:prstGeom>
        </p:spPr>
        <p:txBody>
          <a:bodyPr lIns="137160" tIns="68580" rIns="137160" bIns="68580" anchor="b">
            <a:prstTxWarp prst="textNoShape">
              <a:avLst/>
            </a:prstTxWarp>
            <a:spAutoFit/>
          </a:bodyPr>
          <a:lstStyle/>
          <a:p>
            <a:pPr>
              <a:defRPr/>
            </a:pPr>
            <a:fld id="{1B4E44D5-C488-4E44-AD75-2831948EC0D2}" type="slidenum">
              <a:rPr lang="en-US" sz="900">
                <a:solidFill>
                  <a:schemeClr val="bg1">
                    <a:lumMod val="50000"/>
                  </a:schemeClr>
                </a:solidFill>
                <a:latin typeface="Arial" pitchFamily="34" charset="0"/>
                <a:ea typeface="Lucida Sans" charset="0"/>
                <a:cs typeface="Arial" pitchFamily="34" charset="0"/>
              </a:rPr>
              <a:pPr>
                <a:defRPr/>
              </a:pPr>
              <a:t>‹#›</a:t>
            </a:fld>
            <a:endParaRPr lang="en-US" sz="900" dirty="0">
              <a:solidFill>
                <a:schemeClr val="bg1">
                  <a:lumMod val="50000"/>
                </a:schemeClr>
              </a:solidFill>
              <a:latin typeface="Arial" pitchFamily="34" charset="0"/>
              <a:ea typeface="Lucida Sans" charset="0"/>
              <a:cs typeface="Arial" pitchFamily="34" charset="0"/>
            </a:endParaRPr>
          </a:p>
        </p:txBody>
      </p:sp>
      <p:sp>
        <p:nvSpPr>
          <p:cNvPr id="8" name="TextBox 7"/>
          <p:cNvSpPr txBox="1"/>
          <p:nvPr userDrawn="1"/>
        </p:nvSpPr>
        <p:spPr bwMode="gray">
          <a:xfrm>
            <a:off x="2463763" y="6427180"/>
            <a:ext cx="4821768" cy="200055"/>
          </a:xfrm>
          <a:prstGeom prst="rect">
            <a:avLst/>
          </a:prstGeom>
          <a:noFill/>
        </p:spPr>
        <p:txBody>
          <a:bodyPr wrap="square">
            <a:spAutoFit/>
          </a:bodyPr>
          <a:lstStyle/>
          <a:p>
            <a:pPr>
              <a:defRPr/>
            </a:pPr>
            <a:r>
              <a:rPr lang="en-US" sz="700" dirty="0">
                <a:solidFill>
                  <a:schemeClr val="bg1">
                    <a:lumMod val="50000"/>
                  </a:schemeClr>
                </a:solidFill>
                <a:latin typeface="Arial" pitchFamily="34" charset="0"/>
                <a:cs typeface="Arial" pitchFamily="34" charset="0"/>
              </a:rPr>
              <a:t>SuccessFactors Proprietary and Confidential   © 2012 </a:t>
            </a:r>
            <a:r>
              <a:rPr lang="en-US" sz="700" dirty="0" err="1">
                <a:solidFill>
                  <a:schemeClr val="bg1">
                    <a:lumMod val="50000"/>
                  </a:schemeClr>
                </a:solidFill>
                <a:latin typeface="Arial" pitchFamily="34" charset="0"/>
                <a:cs typeface="Arial" pitchFamily="34" charset="0"/>
              </a:rPr>
              <a:t>SuccessFactors</a:t>
            </a:r>
            <a:r>
              <a:rPr lang="en-US" sz="700" dirty="0">
                <a:solidFill>
                  <a:schemeClr val="bg1">
                    <a:lumMod val="50000"/>
                  </a:schemeClr>
                </a:solidFill>
                <a:latin typeface="Arial" pitchFamily="34" charset="0"/>
                <a:cs typeface="Arial" pitchFamily="34" charset="0"/>
              </a:rPr>
              <a:t>, An SAP Company.  All rights reserved.</a:t>
            </a:r>
          </a:p>
        </p:txBody>
      </p:sp>
      <p:pic>
        <p:nvPicPr>
          <p:cNvPr id="12" name="Picture 2" descr="\\psf\Host\Users\eric\Dolphin\6289 SuccessFactors Template\successfactors_SAP_Company\RGB\successfactors_SAP_Cmpny_R_neg.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invGray">
          <a:xfrm>
            <a:off x="7542895" y="6450074"/>
            <a:ext cx="1265671" cy="239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88777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Plain Black 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0997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5.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image" Target="../media/image4.png"/><Relationship Id="rId2" Type="http://schemas.openxmlformats.org/officeDocument/2006/relationships/slideLayout" Target="../slideLayouts/slideLayout16.xml"/><Relationship Id="rId16" Type="http://schemas.openxmlformats.org/officeDocument/2006/relationships/theme" Target="../theme/theme2.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ounded Rectangle 6"/>
          <p:cNvSpPr/>
          <p:nvPr userDrawn="1"/>
        </p:nvSpPr>
        <p:spPr bwMode="gray">
          <a:xfrm>
            <a:off x="0" y="0"/>
            <a:ext cx="9144001" cy="1006679"/>
          </a:xfrm>
          <a:prstGeom prst="roundRect">
            <a:avLst>
              <a:gd name="adj" fmla="val 0"/>
            </a:avLst>
          </a:prstGeom>
          <a:gradFill flip="none" rotWithShape="1">
            <a:gsLst>
              <a:gs pos="0">
                <a:schemeClr val="accent1"/>
              </a:gs>
              <a:gs pos="100000">
                <a:schemeClr val="accent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userDrawn="1"/>
        </p:nvSpPr>
        <p:spPr bwMode="gray">
          <a:xfrm>
            <a:off x="0" y="1006678"/>
            <a:ext cx="9144001" cy="5851322"/>
          </a:xfrm>
          <a:prstGeom prst="roundRect">
            <a:avLst>
              <a:gd name="adj" fmla="val 0"/>
            </a:avLst>
          </a:prstGeom>
          <a:solidFill>
            <a:schemeClr val="bg1"/>
          </a:solidFill>
          <a:ln>
            <a:noFill/>
          </a:ln>
          <a:effectLst>
            <a:outerShdw blurRad="165100" dist="38100" dir="16200000"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userDrawn="1"/>
        </p:nvPicPr>
        <p:blipFill rotWithShape="1">
          <a:blip r:embed="rId16" cstate="print"/>
          <a:srcRect r="50315" b="41535"/>
          <a:stretch/>
        </p:blipFill>
        <p:spPr bwMode="gray">
          <a:xfrm>
            <a:off x="7850853" y="5330176"/>
            <a:ext cx="1293147" cy="1527824"/>
          </a:xfrm>
          <a:prstGeom prst="rect">
            <a:avLst/>
          </a:prstGeom>
        </p:spPr>
      </p:pic>
      <p:sp>
        <p:nvSpPr>
          <p:cNvPr id="2" name="Title Placeholder 1"/>
          <p:cNvSpPr>
            <a:spLocks noGrp="1"/>
          </p:cNvSpPr>
          <p:nvPr>
            <p:ph type="title"/>
          </p:nvPr>
        </p:nvSpPr>
        <p:spPr bwMode="gray">
          <a:xfrm>
            <a:off x="319177" y="74951"/>
            <a:ext cx="8505646" cy="830823"/>
          </a:xfrm>
          <a:prstGeom prst="rect">
            <a:avLst/>
          </a:prstGeom>
        </p:spPr>
        <p:txBody>
          <a:bodyPr vert="horz" lIns="91440" tIns="45720" rIns="91440" bIns="45720" rtlCol="0" anchor="ctr" anchorCtr="0">
            <a:noAutofit/>
          </a:bodyPr>
          <a:lstStyle/>
          <a:p>
            <a:r>
              <a:rPr lang="en-US" dirty="0"/>
              <a:t>Click to Edit Master Title Style</a:t>
            </a:r>
          </a:p>
        </p:txBody>
      </p:sp>
      <p:sp>
        <p:nvSpPr>
          <p:cNvPr id="3" name="Text Placeholder 2"/>
          <p:cNvSpPr>
            <a:spLocks noGrp="1"/>
          </p:cNvSpPr>
          <p:nvPr>
            <p:ph type="body" idx="1"/>
          </p:nvPr>
        </p:nvSpPr>
        <p:spPr bwMode="gray">
          <a:xfrm>
            <a:off x="319176" y="1299929"/>
            <a:ext cx="8488393" cy="509159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13" name="Rectangle 12"/>
          <p:cNvSpPr/>
          <p:nvPr userDrawn="1"/>
        </p:nvSpPr>
        <p:spPr bwMode="gray">
          <a:xfrm>
            <a:off x="302842" y="6391525"/>
            <a:ext cx="511175" cy="276999"/>
          </a:xfrm>
          <a:prstGeom prst="rect">
            <a:avLst/>
          </a:prstGeom>
        </p:spPr>
        <p:txBody>
          <a:bodyPr lIns="137160" tIns="68580" rIns="137160" bIns="68580" anchor="b">
            <a:prstTxWarp prst="textNoShape">
              <a:avLst/>
            </a:prstTxWarp>
            <a:spAutoFit/>
          </a:bodyPr>
          <a:lstStyle/>
          <a:p>
            <a:pPr>
              <a:defRPr/>
            </a:pPr>
            <a:fld id="{1B4E44D5-C488-4E44-AD75-2831948EC0D2}" type="slidenum">
              <a:rPr lang="en-US" sz="900">
                <a:solidFill>
                  <a:schemeClr val="bg1">
                    <a:lumMod val="50000"/>
                  </a:schemeClr>
                </a:solidFill>
                <a:latin typeface="Arial"/>
                <a:ea typeface="Lucida Sans" charset="0"/>
                <a:cs typeface="Arial"/>
              </a:rPr>
              <a:pPr>
                <a:defRPr/>
              </a:pPr>
              <a:t>‹#›</a:t>
            </a:fld>
            <a:endParaRPr lang="en-US" sz="900" dirty="0">
              <a:solidFill>
                <a:schemeClr val="bg1">
                  <a:lumMod val="50000"/>
                </a:schemeClr>
              </a:solidFill>
              <a:latin typeface="Arial"/>
              <a:ea typeface="Lucida Sans" charset="0"/>
              <a:cs typeface="Arial"/>
            </a:endParaRPr>
          </a:p>
        </p:txBody>
      </p:sp>
      <p:sp>
        <p:nvSpPr>
          <p:cNvPr id="14" name="TextBox 13"/>
          <p:cNvSpPr txBox="1"/>
          <p:nvPr userDrawn="1"/>
        </p:nvSpPr>
        <p:spPr bwMode="gray">
          <a:xfrm>
            <a:off x="723952" y="6427180"/>
            <a:ext cx="5640847" cy="200055"/>
          </a:xfrm>
          <a:prstGeom prst="rect">
            <a:avLst/>
          </a:prstGeom>
          <a:noFill/>
        </p:spPr>
        <p:txBody>
          <a:bodyPr wrap="square">
            <a:spAutoFit/>
          </a:bodyPr>
          <a:lstStyle/>
          <a:p>
            <a:pPr>
              <a:defRPr/>
            </a:pPr>
            <a:r>
              <a:rPr lang="en-US" sz="700" dirty="0">
                <a:solidFill>
                  <a:schemeClr val="bg1">
                    <a:lumMod val="50000"/>
                  </a:schemeClr>
                </a:solidFill>
                <a:latin typeface="Arial" pitchFamily="34" charset="0"/>
                <a:cs typeface="Arial" pitchFamily="34" charset="0"/>
              </a:rPr>
              <a:t>SuccessFactors Proprietary and Confidential   © 2012 </a:t>
            </a:r>
            <a:r>
              <a:rPr lang="en-US" sz="700" dirty="0" err="1">
                <a:solidFill>
                  <a:schemeClr val="bg1">
                    <a:lumMod val="50000"/>
                  </a:schemeClr>
                </a:solidFill>
                <a:latin typeface="Arial" pitchFamily="34" charset="0"/>
                <a:cs typeface="Arial" pitchFamily="34" charset="0"/>
              </a:rPr>
              <a:t>SuccessFactors</a:t>
            </a:r>
            <a:r>
              <a:rPr lang="en-US" sz="700" dirty="0">
                <a:solidFill>
                  <a:schemeClr val="bg1">
                    <a:lumMod val="50000"/>
                  </a:schemeClr>
                </a:solidFill>
                <a:latin typeface="Arial" pitchFamily="34" charset="0"/>
                <a:cs typeface="Arial" pitchFamily="34" charset="0"/>
              </a:rPr>
              <a:t>, An SAP Company.  All rights reserved.</a:t>
            </a:r>
          </a:p>
        </p:txBody>
      </p:sp>
      <p:pic>
        <p:nvPicPr>
          <p:cNvPr id="10" name="Picture 9"/>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6904621" y="6442666"/>
            <a:ext cx="1128969" cy="366774"/>
          </a:xfrm>
          <a:prstGeom prst="rect">
            <a:avLst/>
          </a:prstGeom>
        </p:spPr>
      </p:pic>
    </p:spTree>
    <p:extLst>
      <p:ext uri="{BB962C8B-B14F-4D97-AF65-F5344CB8AC3E}">
        <p14:creationId xmlns:p14="http://schemas.microsoft.com/office/powerpoint/2010/main" val="2575410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702" r:id="rId5"/>
    <p:sldLayoutId id="2147483655" r:id="rId6"/>
    <p:sldLayoutId id="2147483684" r:id="rId7"/>
    <p:sldLayoutId id="2147483685" r:id="rId8"/>
    <p:sldLayoutId id="2147483686" r:id="rId9"/>
    <p:sldLayoutId id="2147483687" r:id="rId10"/>
    <p:sldLayoutId id="2147483688" r:id="rId11"/>
    <p:sldLayoutId id="2147483689" r:id="rId12"/>
    <p:sldLayoutId id="2147483690" r:id="rId13"/>
    <p:sldLayoutId id="2147483660" r:id="rId14"/>
  </p:sldLayoutIdLst>
  <p:hf sldNum="0" hdr="0" ftr="0"/>
  <p:txStyles>
    <p:titleStyle>
      <a:lvl1pPr algn="l" defTabSz="914400" rtl="0" eaLnBrk="1" latinLnBrk="0" hangingPunct="1">
        <a:lnSpc>
          <a:spcPct val="90000"/>
        </a:lnSpc>
        <a:spcBef>
          <a:spcPct val="0"/>
        </a:spcBef>
        <a:buNone/>
        <a:defRPr sz="3200" b="1" i="0" kern="1200">
          <a:solidFill>
            <a:schemeClr val="bg1"/>
          </a:solidFill>
          <a:latin typeface="Arial"/>
          <a:ea typeface="+mj-ea"/>
          <a:cs typeface="Arial"/>
        </a:defRPr>
      </a:lvl1pPr>
    </p:titleStyle>
    <p:bodyStyle>
      <a:lvl1pPr marL="458788" indent="-458788" algn="l" defTabSz="914400" rtl="0" eaLnBrk="1" latinLnBrk="0" hangingPunct="1">
        <a:spcBef>
          <a:spcPts val="1800"/>
        </a:spcBef>
        <a:buClr>
          <a:schemeClr val="accent1"/>
        </a:buClr>
        <a:buFont typeface="Wingdings" charset="2"/>
        <a:buChar char="v"/>
        <a:defRPr sz="2400" b="0" i="0" kern="1200">
          <a:solidFill>
            <a:schemeClr val="tx1"/>
          </a:solidFill>
          <a:latin typeface="Calibri"/>
          <a:ea typeface="+mn-ea"/>
          <a:cs typeface="Arial" pitchFamily="34" charset="0"/>
        </a:defRPr>
      </a:lvl1pPr>
      <a:lvl2pPr marL="917575" indent="-469900" algn="l" defTabSz="914400" rtl="0" eaLnBrk="1" latinLnBrk="0" hangingPunct="1">
        <a:spcBef>
          <a:spcPts val="1000"/>
        </a:spcBef>
        <a:buClr>
          <a:schemeClr val="accent1">
            <a:lumMod val="40000"/>
            <a:lumOff val="60000"/>
          </a:schemeClr>
        </a:buClr>
        <a:buFont typeface="Wingdings" charset="2"/>
        <a:buChar char=""/>
        <a:defRPr sz="2000" b="0" i="0" kern="1200">
          <a:solidFill>
            <a:schemeClr val="tx1"/>
          </a:solidFill>
          <a:latin typeface="Calibri"/>
          <a:ea typeface="+mn-ea"/>
          <a:cs typeface="Arial" pitchFamily="34" charset="0"/>
        </a:defRPr>
      </a:lvl2pPr>
      <a:lvl3pPr marL="1376363" indent="-460375" algn="l" defTabSz="914400" rtl="0" eaLnBrk="1" latinLnBrk="0" hangingPunct="1">
        <a:spcBef>
          <a:spcPct val="20000"/>
        </a:spcBef>
        <a:buClr>
          <a:schemeClr val="bg1">
            <a:lumMod val="75000"/>
          </a:schemeClr>
        </a:buClr>
        <a:buFont typeface="Arial" pitchFamily="34" charset="0"/>
        <a:buChar char="–"/>
        <a:defRPr sz="1800" b="0" i="0" kern="1200">
          <a:solidFill>
            <a:schemeClr val="tx1"/>
          </a:solidFill>
          <a:latin typeface="Calibri"/>
          <a:ea typeface="+mn-ea"/>
          <a:cs typeface="Arial" pitchFamily="34" charset="0"/>
        </a:defRPr>
      </a:lvl3pPr>
      <a:lvl4pPr marL="1600200" indent="-228600" algn="l" defTabSz="914400" rtl="0" eaLnBrk="1" latinLnBrk="0" hangingPunct="1">
        <a:spcBef>
          <a:spcPct val="20000"/>
        </a:spcBef>
        <a:buClr>
          <a:schemeClr val="bg1">
            <a:lumMod val="75000"/>
          </a:schemeClr>
        </a:buClr>
        <a:buFont typeface="Arial" pitchFamily="34" charset="0"/>
        <a:buChar char="•"/>
        <a:defRPr sz="1600" kern="1200">
          <a:solidFill>
            <a:schemeClr val="tx1">
              <a:lumMod val="75000"/>
              <a:lumOff val="25000"/>
            </a:schemeClr>
          </a:solidFill>
          <a:latin typeface="Arial" pitchFamily="34" charset="0"/>
          <a:ea typeface="+mn-ea"/>
          <a:cs typeface="Arial" pitchFamily="34" charset="0"/>
        </a:defRPr>
      </a:lvl4pPr>
      <a:lvl5pPr marL="2057400" indent="-228600" algn="l" defTabSz="914400" rtl="0" eaLnBrk="1" latinLnBrk="0" hangingPunct="1">
        <a:spcBef>
          <a:spcPct val="20000"/>
        </a:spcBef>
        <a:buClr>
          <a:schemeClr val="bg1">
            <a:lumMod val="75000"/>
          </a:schemeClr>
        </a:buClr>
        <a:buFont typeface="Arial" pitchFamily="34" charset="0"/>
        <a:buChar char="•"/>
        <a:defRPr sz="1600" kern="1200">
          <a:solidFill>
            <a:schemeClr val="tx1">
              <a:lumMod val="75000"/>
              <a:lumOff val="25000"/>
            </a:schemeClr>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00000"/>
        </a:solidFill>
        <a:effectLst/>
      </p:bgPr>
    </p:bg>
    <p:spTree>
      <p:nvGrpSpPr>
        <p:cNvPr id="1" name=""/>
        <p:cNvGrpSpPr/>
        <p:nvPr/>
      </p:nvGrpSpPr>
      <p:grpSpPr>
        <a:xfrm>
          <a:off x="0" y="0"/>
          <a:ext cx="0" cy="0"/>
          <a:chOff x="0" y="0"/>
          <a:chExt cx="0" cy="0"/>
        </a:xfrm>
      </p:grpSpPr>
      <p:sp>
        <p:nvSpPr>
          <p:cNvPr id="7" name="Rounded Rectangle 6"/>
          <p:cNvSpPr/>
          <p:nvPr userDrawn="1"/>
        </p:nvSpPr>
        <p:spPr bwMode="gray">
          <a:xfrm>
            <a:off x="0" y="0"/>
            <a:ext cx="9144001" cy="1006679"/>
          </a:xfrm>
          <a:prstGeom prst="roundRect">
            <a:avLst>
              <a:gd name="adj" fmla="val 0"/>
            </a:avLst>
          </a:prstGeom>
          <a:gradFill flip="none" rotWithShape="1">
            <a:gsLst>
              <a:gs pos="0">
                <a:schemeClr val="accent1"/>
              </a:gs>
              <a:gs pos="100000">
                <a:schemeClr val="accent1"/>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userDrawn="1"/>
        </p:nvSpPr>
        <p:spPr bwMode="white">
          <a:xfrm>
            <a:off x="0" y="1006678"/>
            <a:ext cx="9144001" cy="5851322"/>
          </a:xfrm>
          <a:prstGeom prst="roundRect">
            <a:avLst>
              <a:gd name="adj" fmla="val 0"/>
            </a:avLst>
          </a:prstGeom>
          <a:solidFill>
            <a:schemeClr val="tx1"/>
          </a:solidFill>
          <a:ln>
            <a:noFill/>
          </a:ln>
          <a:effectLst>
            <a:outerShdw blurRad="165100" dist="38100" dir="16200000"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descr="\\psf\Host\Users\eric\Dolphin\6289 SuccessFactors Template\successfactors_SAP_Company\RGB\successfactors_SAP_Cmpny_R_neg.png"/>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invGray">
          <a:xfrm>
            <a:off x="6764521" y="6450074"/>
            <a:ext cx="1265671" cy="239337"/>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userDrawn="1"/>
        </p:nvSpPr>
        <p:spPr bwMode="gray">
          <a:xfrm>
            <a:off x="302842" y="6391525"/>
            <a:ext cx="511175" cy="276999"/>
          </a:xfrm>
          <a:prstGeom prst="rect">
            <a:avLst/>
          </a:prstGeom>
        </p:spPr>
        <p:txBody>
          <a:bodyPr lIns="137160" tIns="68580" rIns="137160" bIns="68580" anchor="b">
            <a:prstTxWarp prst="textNoShape">
              <a:avLst/>
            </a:prstTxWarp>
            <a:spAutoFit/>
          </a:bodyPr>
          <a:lstStyle/>
          <a:p>
            <a:pPr>
              <a:defRPr/>
            </a:pPr>
            <a:fld id="{1B4E44D5-C488-4E44-AD75-2831948EC0D2}" type="slidenum">
              <a:rPr lang="en-US" sz="900">
                <a:solidFill>
                  <a:schemeClr val="bg1">
                    <a:lumMod val="50000"/>
                  </a:schemeClr>
                </a:solidFill>
                <a:latin typeface="Arial"/>
                <a:ea typeface="Lucida Sans" charset="0"/>
                <a:cs typeface="Arial"/>
              </a:rPr>
              <a:pPr>
                <a:defRPr/>
              </a:pPr>
              <a:t>‹#›</a:t>
            </a:fld>
            <a:endParaRPr lang="en-US" sz="900" dirty="0">
              <a:solidFill>
                <a:schemeClr val="bg1">
                  <a:lumMod val="50000"/>
                </a:schemeClr>
              </a:solidFill>
              <a:latin typeface="Arial"/>
              <a:ea typeface="Lucida Sans" charset="0"/>
              <a:cs typeface="Arial"/>
            </a:endParaRPr>
          </a:p>
        </p:txBody>
      </p:sp>
      <p:sp>
        <p:nvSpPr>
          <p:cNvPr id="12" name="TextBox 11"/>
          <p:cNvSpPr txBox="1"/>
          <p:nvPr userDrawn="1"/>
        </p:nvSpPr>
        <p:spPr bwMode="gray">
          <a:xfrm>
            <a:off x="723953" y="6427180"/>
            <a:ext cx="4821768" cy="200055"/>
          </a:xfrm>
          <a:prstGeom prst="rect">
            <a:avLst/>
          </a:prstGeom>
          <a:noFill/>
        </p:spPr>
        <p:txBody>
          <a:bodyPr wrap="square">
            <a:spAutoFit/>
          </a:bodyPr>
          <a:lstStyle/>
          <a:p>
            <a:pPr>
              <a:defRPr/>
            </a:pPr>
            <a:r>
              <a:rPr lang="en-US" sz="700" dirty="0">
                <a:solidFill>
                  <a:schemeClr val="bg1">
                    <a:lumMod val="50000"/>
                  </a:schemeClr>
                </a:solidFill>
                <a:latin typeface="Arial" pitchFamily="34" charset="0"/>
                <a:cs typeface="Arial" pitchFamily="34" charset="0"/>
              </a:rPr>
              <a:t>SuccessFactors Proprietary and Confidential   © 2012 </a:t>
            </a:r>
            <a:r>
              <a:rPr lang="en-US" sz="700" dirty="0" err="1">
                <a:solidFill>
                  <a:schemeClr val="bg1">
                    <a:lumMod val="50000"/>
                  </a:schemeClr>
                </a:solidFill>
                <a:latin typeface="Arial" pitchFamily="34" charset="0"/>
                <a:cs typeface="Arial" pitchFamily="34" charset="0"/>
              </a:rPr>
              <a:t>SuccessFactors</a:t>
            </a:r>
            <a:r>
              <a:rPr lang="en-US" sz="700" dirty="0">
                <a:solidFill>
                  <a:schemeClr val="bg1">
                    <a:lumMod val="50000"/>
                  </a:schemeClr>
                </a:solidFill>
                <a:latin typeface="Arial" pitchFamily="34" charset="0"/>
                <a:cs typeface="Arial" pitchFamily="34" charset="0"/>
              </a:rPr>
              <a:t>, An SAP Company.  All rights reserved.</a:t>
            </a:r>
          </a:p>
        </p:txBody>
      </p:sp>
      <p:pic>
        <p:nvPicPr>
          <p:cNvPr id="13" name="Picture 2" descr="\\psf\Host\Users\eric\Graphic Tank\BizX RGB-03.png"/>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a:stretch/>
        </p:blipFill>
        <p:spPr bwMode="auto">
          <a:xfrm>
            <a:off x="7845237" y="5326553"/>
            <a:ext cx="1298763" cy="1531447"/>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Placeholder 1"/>
          <p:cNvSpPr>
            <a:spLocks noGrp="1"/>
          </p:cNvSpPr>
          <p:nvPr>
            <p:ph type="title"/>
          </p:nvPr>
        </p:nvSpPr>
        <p:spPr bwMode="gray">
          <a:xfrm>
            <a:off x="319177" y="74951"/>
            <a:ext cx="8505646" cy="830823"/>
          </a:xfrm>
          <a:prstGeom prst="rect">
            <a:avLst/>
          </a:prstGeom>
        </p:spPr>
        <p:txBody>
          <a:bodyPr vert="horz" lIns="91440" tIns="45720" rIns="91440" bIns="45720" rtlCol="0" anchor="ctr" anchorCtr="0">
            <a:noAutofit/>
          </a:bodyPr>
          <a:lstStyle/>
          <a:p>
            <a:r>
              <a:rPr lang="en-US" dirty="0"/>
              <a:t>Click to Edit Master Title Style</a:t>
            </a:r>
          </a:p>
        </p:txBody>
      </p:sp>
      <p:sp>
        <p:nvSpPr>
          <p:cNvPr id="14" name="Text Placeholder 2"/>
          <p:cNvSpPr>
            <a:spLocks noGrp="1"/>
          </p:cNvSpPr>
          <p:nvPr>
            <p:ph type="body" idx="1"/>
          </p:nvPr>
        </p:nvSpPr>
        <p:spPr bwMode="gray">
          <a:xfrm>
            <a:off x="319176" y="1299929"/>
            <a:ext cx="8488393" cy="5091596"/>
          </a:xfrm>
          <a:prstGeom prst="rect">
            <a:avLst/>
          </a:prstGeom>
        </p:spPr>
        <p:txBody>
          <a:bodyPr vert="horz" lIns="91440" tIns="45720" rIns="91440" bIns="45720" rtlCol="0">
            <a:normAutofit/>
          </a:bodyPr>
          <a:lstStyle/>
          <a:p>
            <a:pPr marL="458788" lvl="0" indent="-458788" algn="l" defTabSz="914400" rtl="0" eaLnBrk="1" latinLnBrk="0" hangingPunct="1">
              <a:spcBef>
                <a:spcPts val="1800"/>
              </a:spcBef>
              <a:buClr>
                <a:schemeClr val="accent1"/>
              </a:buClr>
              <a:buFont typeface="Wingdings" charset="2"/>
              <a:buChar char="v"/>
            </a:pPr>
            <a:r>
              <a:rPr lang="en-US" dirty="0"/>
              <a:t>Click to edit Master text styles</a:t>
            </a:r>
          </a:p>
          <a:p>
            <a:pPr marL="917575" lvl="1" indent="-469900" algn="l" defTabSz="914400" rtl="0" eaLnBrk="1" latinLnBrk="0" hangingPunct="1">
              <a:spcBef>
                <a:spcPts val="1000"/>
              </a:spcBef>
              <a:buClr>
                <a:schemeClr val="accent1">
                  <a:lumMod val="40000"/>
                  <a:lumOff val="60000"/>
                </a:schemeClr>
              </a:buClr>
              <a:buFont typeface="Wingdings" charset="2"/>
              <a:buChar char=""/>
            </a:pPr>
            <a:r>
              <a:rPr lang="en-US" dirty="0"/>
              <a:t>Second level</a:t>
            </a:r>
          </a:p>
          <a:p>
            <a:pPr marL="1376363" lvl="2" indent="-460375" algn="l" defTabSz="914400" rtl="0" eaLnBrk="1" latinLnBrk="0" hangingPunct="1">
              <a:spcBef>
                <a:spcPct val="20000"/>
              </a:spcBef>
              <a:buClr>
                <a:schemeClr val="bg1">
                  <a:lumMod val="75000"/>
                </a:schemeClr>
              </a:buClr>
              <a:buFont typeface="Arial" pitchFamily="34" charset="0"/>
              <a:buChar char="–"/>
            </a:pPr>
            <a:r>
              <a:rPr lang="en-US" dirty="0"/>
              <a:t>Third level</a:t>
            </a:r>
          </a:p>
        </p:txBody>
      </p:sp>
    </p:spTree>
    <p:extLst>
      <p:ext uri="{BB962C8B-B14F-4D97-AF65-F5344CB8AC3E}">
        <p14:creationId xmlns:p14="http://schemas.microsoft.com/office/powerpoint/2010/main" val="247268982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703" r:id="rId5"/>
    <p:sldLayoutId id="2147483681" r:id="rId6"/>
    <p:sldLayoutId id="2147483691" r:id="rId7"/>
    <p:sldLayoutId id="2147483692" r:id="rId8"/>
    <p:sldLayoutId id="2147483693" r:id="rId9"/>
    <p:sldLayoutId id="2147483694" r:id="rId10"/>
    <p:sldLayoutId id="2147483695" r:id="rId11"/>
    <p:sldLayoutId id="2147483696" r:id="rId12"/>
    <p:sldLayoutId id="2147483697" r:id="rId13"/>
    <p:sldLayoutId id="2147483682" r:id="rId14"/>
    <p:sldLayoutId id="2147483701" r:id="rId15"/>
  </p:sldLayoutIdLst>
  <p:txStyles>
    <p:titleStyle>
      <a:lvl1pPr algn="l" defTabSz="914400" rtl="0" eaLnBrk="1" latinLnBrk="0" hangingPunct="1">
        <a:lnSpc>
          <a:spcPct val="90000"/>
        </a:lnSpc>
        <a:spcBef>
          <a:spcPct val="0"/>
        </a:spcBef>
        <a:buNone/>
        <a:defRPr sz="2800" kern="1200">
          <a:solidFill>
            <a:schemeClr val="bg1"/>
          </a:solidFill>
          <a:latin typeface="Arial" pitchFamily="34" charset="0"/>
          <a:ea typeface="+mj-ea"/>
          <a:cs typeface="Arial" pitchFamily="34" charset="0"/>
        </a:defRPr>
      </a:lvl1pPr>
    </p:titleStyle>
    <p:bodyStyle>
      <a:lvl1pPr marL="0" indent="0" algn="l" defTabSz="914400" rtl="0" eaLnBrk="1" latinLnBrk="0" hangingPunct="1">
        <a:spcBef>
          <a:spcPts val="3000"/>
        </a:spcBef>
        <a:buFont typeface="Arial" pitchFamily="34" charset="0"/>
        <a:buNone/>
        <a:defRPr lang="en-US" sz="2400" b="0" i="0" kern="1200" dirty="0" smtClean="0">
          <a:solidFill>
            <a:schemeClr val="bg1"/>
          </a:solidFill>
          <a:latin typeface="Calibri"/>
          <a:ea typeface="+mn-ea"/>
          <a:cs typeface="Arial" pitchFamily="34" charset="0"/>
        </a:defRPr>
      </a:lvl1pPr>
      <a:lvl2pPr marL="233363" indent="-233363" algn="l" defTabSz="914400" rtl="0" eaLnBrk="1" latinLnBrk="0" hangingPunct="1">
        <a:spcBef>
          <a:spcPts val="1600"/>
        </a:spcBef>
        <a:buClr>
          <a:schemeClr val="bg1">
            <a:lumMod val="50000"/>
          </a:schemeClr>
        </a:buClr>
        <a:buFont typeface="Arial" pitchFamily="34" charset="0"/>
        <a:buChar char="•"/>
        <a:defRPr lang="en-US" sz="2000" b="0" i="0" kern="1200" dirty="0" smtClean="0">
          <a:solidFill>
            <a:srgbClr val="FFFFFF"/>
          </a:solidFill>
          <a:latin typeface="Calibri"/>
          <a:ea typeface="+mn-ea"/>
          <a:cs typeface="Arial" pitchFamily="34" charset="0"/>
        </a:defRPr>
      </a:lvl2pPr>
      <a:lvl3pPr marL="457200" indent="-223838" algn="l" defTabSz="914400" rtl="0" eaLnBrk="1" latinLnBrk="0" hangingPunct="1">
        <a:spcBef>
          <a:spcPct val="20000"/>
        </a:spcBef>
        <a:buClr>
          <a:schemeClr val="bg1">
            <a:lumMod val="50000"/>
          </a:schemeClr>
        </a:buClr>
        <a:buFont typeface="Arial" pitchFamily="34" charset="0"/>
        <a:buChar char="–"/>
        <a:defRPr lang="en-US" sz="1800" b="0" i="0" kern="1200" dirty="0" smtClean="0">
          <a:solidFill>
            <a:srgbClr val="FFFFFF"/>
          </a:solidFill>
          <a:latin typeface="Calibri"/>
          <a:ea typeface="+mn-ea"/>
          <a:cs typeface="Arial" pitchFamily="34" charset="0"/>
        </a:defRPr>
      </a:lvl3pPr>
      <a:lvl4pPr marL="1600200" indent="-228600" algn="l" defTabSz="914400" rtl="0" eaLnBrk="1" latinLnBrk="0" hangingPunct="1">
        <a:spcBef>
          <a:spcPct val="20000"/>
        </a:spcBef>
        <a:buClr>
          <a:schemeClr val="bg1">
            <a:lumMod val="75000"/>
          </a:schemeClr>
        </a:buClr>
        <a:buFont typeface="Arial" pitchFamily="34" charset="0"/>
        <a:buChar char="•"/>
        <a:defRPr sz="1600" kern="1200">
          <a:solidFill>
            <a:schemeClr val="tx1">
              <a:lumMod val="75000"/>
              <a:lumOff val="25000"/>
            </a:schemeClr>
          </a:solidFill>
          <a:latin typeface="Arial" pitchFamily="34" charset="0"/>
          <a:ea typeface="+mn-ea"/>
          <a:cs typeface="Arial" pitchFamily="34" charset="0"/>
        </a:defRPr>
      </a:lvl4pPr>
      <a:lvl5pPr marL="2057400" indent="-228600" algn="l" defTabSz="914400" rtl="0" eaLnBrk="1" latinLnBrk="0" hangingPunct="1">
        <a:spcBef>
          <a:spcPct val="20000"/>
        </a:spcBef>
        <a:buClr>
          <a:schemeClr val="bg1">
            <a:lumMod val="75000"/>
          </a:schemeClr>
        </a:buClr>
        <a:buFont typeface="Arial" pitchFamily="34" charset="0"/>
        <a:buChar char="•"/>
        <a:defRPr sz="1600" kern="1200">
          <a:solidFill>
            <a:schemeClr val="tx1">
              <a:lumMod val="75000"/>
              <a:lumOff val="25000"/>
            </a:schemeClr>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Role Based Permissions</a:t>
            </a:r>
          </a:p>
        </p:txBody>
      </p:sp>
    </p:spTree>
    <p:extLst>
      <p:ext uri="{BB962C8B-B14F-4D97-AF65-F5344CB8AC3E}">
        <p14:creationId xmlns:p14="http://schemas.microsoft.com/office/powerpoint/2010/main" val="4001922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Role Based Permissions?</a:t>
            </a:r>
          </a:p>
        </p:txBody>
      </p:sp>
      <p:sp>
        <p:nvSpPr>
          <p:cNvPr id="4" name="Content Placeholder 3"/>
          <p:cNvSpPr>
            <a:spLocks noGrp="1"/>
          </p:cNvSpPr>
          <p:nvPr>
            <p:ph idx="1"/>
          </p:nvPr>
        </p:nvSpPr>
        <p:spPr/>
        <p:txBody>
          <a:bodyPr>
            <a:normAutofit/>
          </a:bodyPr>
          <a:lstStyle/>
          <a:p>
            <a:r>
              <a:rPr lang="en-US" sz="2000" dirty="0"/>
              <a:t>Role-based permission management allows you to have as many roles in the system as your company requires, while at the same time granting each role a different level of permission granularity.</a:t>
            </a:r>
          </a:p>
          <a:p>
            <a:r>
              <a:rPr lang="en-US" sz="2000" dirty="0"/>
              <a:t>With the role-based permission framework, you can choose to grant control based on the work the manager performs as well as control the number of employees they have permission to access. </a:t>
            </a:r>
          </a:p>
          <a:p>
            <a:r>
              <a:rPr lang="en-US" sz="2000" dirty="0"/>
              <a:t>The power of RBP is in the level of granularity. </a:t>
            </a:r>
          </a:p>
          <a:p>
            <a:pPr lvl="1"/>
            <a:r>
              <a:rPr lang="en-US" sz="1600" dirty="0"/>
              <a:t>Example: Managers in Germany can view/edit information </a:t>
            </a:r>
            <a:br>
              <a:rPr lang="en-US" sz="1600" dirty="0"/>
            </a:br>
            <a:r>
              <a:rPr lang="en-US" sz="1600" dirty="0"/>
              <a:t>related to Employees in Germany &amp; France</a:t>
            </a:r>
          </a:p>
          <a:p>
            <a:r>
              <a:rPr lang="en-US" sz="2000" dirty="0"/>
              <a:t>When granting roles to users, you can specify automatic granting rules so that new employees joining the organization will automatically inherit the permissions defined for their specific role.  </a:t>
            </a:r>
          </a:p>
        </p:txBody>
      </p:sp>
      <p:pic>
        <p:nvPicPr>
          <p:cNvPr id="1026" name="Picture 2"/>
          <p:cNvPicPr>
            <a:picLocks noChangeAspect="1" noChangeArrowheads="1"/>
          </p:cNvPicPr>
          <p:nvPr/>
        </p:nvPicPr>
        <p:blipFill>
          <a:blip r:embed="rId3" cstate="print"/>
          <a:srcRect/>
          <a:stretch>
            <a:fillRect/>
          </a:stretch>
        </p:blipFill>
        <p:spPr bwMode="auto">
          <a:xfrm>
            <a:off x="6284995" y="3261926"/>
            <a:ext cx="2305050" cy="1266825"/>
          </a:xfrm>
          <a:prstGeom prst="rect">
            <a:avLst/>
          </a:prstGeom>
          <a:noFill/>
          <a:ln w="9525">
            <a:noFill/>
            <a:miter lim="800000"/>
            <a:headEnd/>
            <a:tailEnd/>
          </a:ln>
        </p:spPr>
      </p:pic>
    </p:spTree>
    <p:extLst>
      <p:ext uri="{BB962C8B-B14F-4D97-AF65-F5344CB8AC3E}">
        <p14:creationId xmlns:p14="http://schemas.microsoft.com/office/powerpoint/2010/main" val="2363160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Role Based Security Concepts</a:t>
            </a:r>
          </a:p>
        </p:txBody>
      </p:sp>
      <p:sp>
        <p:nvSpPr>
          <p:cNvPr id="2" name="Content Placeholder 1"/>
          <p:cNvSpPr>
            <a:spLocks noGrp="1"/>
          </p:cNvSpPr>
          <p:nvPr>
            <p:ph idx="1"/>
          </p:nvPr>
        </p:nvSpPr>
        <p:spPr/>
        <p:txBody>
          <a:bodyPr>
            <a:normAutofit/>
          </a:bodyPr>
          <a:lstStyle/>
          <a:p>
            <a:endParaRPr lang="en-US" dirty="0"/>
          </a:p>
          <a:p>
            <a:endParaRPr lang="en-US" dirty="0"/>
          </a:p>
          <a:p>
            <a:endParaRPr lang="en-US" dirty="0"/>
          </a:p>
          <a:p>
            <a:r>
              <a:rPr lang="en-US" dirty="0"/>
              <a:t>The </a:t>
            </a:r>
            <a:r>
              <a:rPr lang="en-US" b="1" dirty="0"/>
              <a:t>role</a:t>
            </a:r>
            <a:r>
              <a:rPr lang="en-US" dirty="0"/>
              <a:t> defines access to data and functionality=Permissions</a:t>
            </a:r>
          </a:p>
          <a:p>
            <a:r>
              <a:rPr lang="en-US" dirty="0"/>
              <a:t>Roles are </a:t>
            </a:r>
            <a:r>
              <a:rPr lang="en-US" b="1" dirty="0"/>
              <a:t>granted</a:t>
            </a:r>
            <a:r>
              <a:rPr lang="en-US" dirty="0"/>
              <a:t> to groups of users (left circle) </a:t>
            </a:r>
          </a:p>
          <a:p>
            <a:r>
              <a:rPr lang="en-US" dirty="0"/>
              <a:t>Granted users may perform the role on </a:t>
            </a:r>
            <a:r>
              <a:rPr lang="en-US" b="1" dirty="0"/>
              <a:t>target</a:t>
            </a:r>
            <a:r>
              <a:rPr lang="en-US" dirty="0"/>
              <a:t> users (right circle)</a:t>
            </a:r>
          </a:p>
          <a:p>
            <a:r>
              <a:rPr lang="en-US" dirty="0"/>
              <a:t>Groups can be </a:t>
            </a:r>
            <a:r>
              <a:rPr lang="en-US" u="sng" dirty="0"/>
              <a:t>dynamic </a:t>
            </a:r>
            <a:r>
              <a:rPr lang="en-US" dirty="0"/>
              <a:t>to automate assignment of permissions</a:t>
            </a:r>
          </a:p>
        </p:txBody>
      </p:sp>
      <p:sp>
        <p:nvSpPr>
          <p:cNvPr id="12" name="AutoShape 14"/>
          <p:cNvSpPr>
            <a:spLocks noChangeArrowheads="1"/>
          </p:cNvSpPr>
          <p:nvPr/>
        </p:nvSpPr>
        <p:spPr bwMode="auto">
          <a:xfrm>
            <a:off x="1387339" y="1351748"/>
            <a:ext cx="6400800" cy="1466193"/>
          </a:xfrm>
          <a:prstGeom prst="roundRect">
            <a:avLst>
              <a:gd name="adj" fmla="val 16667"/>
            </a:avLst>
          </a:prstGeom>
          <a:gradFill rotWithShape="1">
            <a:gsLst>
              <a:gs pos="0">
                <a:srgbClr val="6666FF"/>
              </a:gs>
              <a:gs pos="100000">
                <a:srgbClr val="6699FF"/>
              </a:gs>
            </a:gsLst>
            <a:lin ang="5400000" scaled="1"/>
          </a:gradFill>
          <a:ln w="12700" algn="ctr">
            <a:noFill/>
            <a:round/>
            <a:headEnd/>
            <a:tailEnd/>
          </a:ln>
        </p:spPr>
        <p:txBody>
          <a:bodyPr wrap="none" anchor="ctr"/>
          <a:lstStyle/>
          <a:p>
            <a:endParaRPr lang="en-US"/>
          </a:p>
        </p:txBody>
      </p:sp>
      <p:sp>
        <p:nvSpPr>
          <p:cNvPr id="15" name="Oval 17"/>
          <p:cNvSpPr>
            <a:spLocks noChangeArrowheads="1"/>
          </p:cNvSpPr>
          <p:nvPr/>
        </p:nvSpPr>
        <p:spPr bwMode="auto">
          <a:xfrm>
            <a:off x="1780957" y="1529226"/>
            <a:ext cx="1210036" cy="1122628"/>
          </a:xfrm>
          <a:prstGeom prst="ellipse">
            <a:avLst/>
          </a:prstGeom>
          <a:gradFill rotWithShape="1">
            <a:gsLst>
              <a:gs pos="0">
                <a:srgbClr val="FFFF00"/>
              </a:gs>
              <a:gs pos="100000">
                <a:srgbClr val="FFFF99"/>
              </a:gs>
            </a:gsLst>
            <a:lin ang="5400000" scaled="1"/>
          </a:gradFill>
          <a:ln w="19050" algn="ctr">
            <a:noFill/>
            <a:round/>
            <a:headEnd/>
            <a:tailEnd/>
          </a:ln>
        </p:spPr>
        <p:txBody>
          <a:bodyPr wrap="none" anchor="ctr"/>
          <a:lstStyle/>
          <a:p>
            <a:pPr algn="ctr"/>
            <a:r>
              <a:rPr lang="en-US" sz="2000" b="0" dirty="0"/>
              <a:t>Granted</a:t>
            </a:r>
          </a:p>
          <a:p>
            <a:pPr algn="ctr"/>
            <a:r>
              <a:rPr lang="en-US" sz="2000" dirty="0"/>
              <a:t>Users</a:t>
            </a:r>
            <a:endParaRPr lang="en-US" sz="2000" b="0" dirty="0"/>
          </a:p>
        </p:txBody>
      </p:sp>
      <p:cxnSp>
        <p:nvCxnSpPr>
          <p:cNvPr id="20" name="Straight Connector 19"/>
          <p:cNvCxnSpPr>
            <a:stCxn id="15" idx="6"/>
            <a:endCxn id="14" idx="1"/>
          </p:cNvCxnSpPr>
          <p:nvPr/>
        </p:nvCxnSpPr>
        <p:spPr>
          <a:xfrm flipV="1">
            <a:off x="2990993" y="2086731"/>
            <a:ext cx="541687" cy="3809"/>
          </a:xfrm>
          <a:prstGeom prst="line">
            <a:avLst/>
          </a:prstGeom>
          <a:ln w="38100"/>
        </p:spPr>
        <p:style>
          <a:lnRef idx="1">
            <a:schemeClr val="dk1"/>
          </a:lnRef>
          <a:fillRef idx="0">
            <a:schemeClr val="dk1"/>
          </a:fillRef>
          <a:effectRef idx="0">
            <a:schemeClr val="dk1"/>
          </a:effectRef>
          <a:fontRef idx="minor">
            <a:schemeClr val="tx1"/>
          </a:fontRef>
        </p:style>
      </p:cxnSp>
      <p:cxnSp>
        <p:nvCxnSpPr>
          <p:cNvPr id="22" name="Straight Connector 21"/>
          <p:cNvCxnSpPr>
            <a:stCxn id="14" idx="3"/>
            <a:endCxn id="13" idx="2"/>
          </p:cNvCxnSpPr>
          <p:nvPr/>
        </p:nvCxnSpPr>
        <p:spPr>
          <a:xfrm flipV="1">
            <a:off x="5631628" y="2083856"/>
            <a:ext cx="535152" cy="2875"/>
          </a:xfrm>
          <a:prstGeom prst="line">
            <a:avLst/>
          </a:prstGeom>
          <a:ln w="38100"/>
        </p:spPr>
        <p:style>
          <a:lnRef idx="1">
            <a:schemeClr val="dk1"/>
          </a:lnRef>
          <a:fillRef idx="0">
            <a:schemeClr val="dk1"/>
          </a:fillRef>
          <a:effectRef idx="0">
            <a:schemeClr val="dk1"/>
          </a:effectRef>
          <a:fontRef idx="minor">
            <a:schemeClr val="tx1"/>
          </a:fontRef>
        </p:style>
      </p:cxnSp>
      <p:sp>
        <p:nvSpPr>
          <p:cNvPr id="14" name="AutoShape 15"/>
          <p:cNvSpPr>
            <a:spLocks noChangeArrowheads="1"/>
          </p:cNvSpPr>
          <p:nvPr/>
        </p:nvSpPr>
        <p:spPr bwMode="auto">
          <a:xfrm>
            <a:off x="3532680" y="1741404"/>
            <a:ext cx="2098948" cy="690654"/>
          </a:xfrm>
          <a:prstGeom prst="roundRect">
            <a:avLst>
              <a:gd name="adj" fmla="val 16667"/>
            </a:avLst>
          </a:prstGeom>
          <a:gradFill rotWithShape="1">
            <a:gsLst>
              <a:gs pos="0">
                <a:srgbClr val="00CC00"/>
              </a:gs>
              <a:gs pos="100000">
                <a:srgbClr val="99FF99"/>
              </a:gs>
            </a:gsLst>
            <a:lin ang="5400000" scaled="1"/>
          </a:gradFill>
          <a:ln w="19050" algn="ctr">
            <a:noFill/>
            <a:round/>
            <a:headEnd/>
            <a:tailEnd/>
          </a:ln>
        </p:spPr>
        <p:txBody>
          <a:bodyPr wrap="none" anchor="ctr"/>
          <a:lstStyle/>
          <a:p>
            <a:pPr algn="ctr"/>
            <a:r>
              <a:rPr lang="en-US" sz="2400" b="0" dirty="0"/>
              <a:t>Role</a:t>
            </a:r>
          </a:p>
        </p:txBody>
      </p:sp>
      <p:sp>
        <p:nvSpPr>
          <p:cNvPr id="13" name="Oval 16"/>
          <p:cNvSpPr>
            <a:spLocks noChangeArrowheads="1"/>
          </p:cNvSpPr>
          <p:nvPr/>
        </p:nvSpPr>
        <p:spPr bwMode="auto">
          <a:xfrm>
            <a:off x="6166780" y="1521286"/>
            <a:ext cx="1210036" cy="1125140"/>
          </a:xfrm>
          <a:prstGeom prst="ellipse">
            <a:avLst/>
          </a:prstGeom>
          <a:gradFill rotWithShape="1">
            <a:gsLst>
              <a:gs pos="0">
                <a:srgbClr val="FFFF00"/>
              </a:gs>
              <a:gs pos="100000">
                <a:srgbClr val="FFFF99"/>
              </a:gs>
            </a:gsLst>
            <a:lin ang="5400000" scaled="1"/>
          </a:gradFill>
          <a:ln w="19050" algn="ctr">
            <a:noFill/>
            <a:round/>
            <a:headEnd/>
            <a:tailEnd/>
          </a:ln>
        </p:spPr>
        <p:txBody>
          <a:bodyPr wrap="none" anchor="ctr"/>
          <a:lstStyle/>
          <a:p>
            <a:pPr algn="ctr"/>
            <a:r>
              <a:rPr lang="en-US" sz="2000" b="0" dirty="0"/>
              <a:t>Target</a:t>
            </a:r>
          </a:p>
          <a:p>
            <a:pPr algn="ctr"/>
            <a:r>
              <a:rPr lang="en-US" sz="2000" dirty="0"/>
              <a:t>Users</a:t>
            </a:r>
            <a:endParaRPr lang="en-US" sz="2000" b="0" dirty="0"/>
          </a:p>
        </p:txBody>
      </p:sp>
    </p:spTree>
    <p:extLst>
      <p:ext uri="{BB962C8B-B14F-4D97-AF65-F5344CB8AC3E}">
        <p14:creationId xmlns:p14="http://schemas.microsoft.com/office/powerpoint/2010/main" val="688387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par>
                          <p:cTn id="13" fill="hold">
                            <p:stCondLst>
                              <p:cond delay="0"/>
                            </p:stCondLst>
                            <p:childTnLst>
                              <p:par>
                                <p:cTn id="14" presetID="22" presetClass="entr" presetSubtype="2"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right)">
                                      <p:cBhvr>
                                        <p:cTn id="16" dur="500"/>
                                        <p:tgtEl>
                                          <p:spTgt spid="20"/>
                                        </p:tgtEl>
                                      </p:cBhvr>
                                    </p:animEffect>
                                  </p:childTnLst>
                                </p:cTn>
                              </p:par>
                              <p:par>
                                <p:cTn id="17" presetID="1" presetClass="entr" presetSubtype="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par>
                          <p:cTn id="25" fill="hold">
                            <p:stCondLst>
                              <p:cond delay="0"/>
                            </p:stCondLst>
                            <p:childTnLst>
                              <p:par>
                                <p:cTn id="26" presetID="22" presetClass="entr" presetSubtype="8" fill="hold" nodeType="after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wipe(left)">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15" grpId="0" animBg="1"/>
      <p:bldP spid="14"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Step 1: Create the Groups</a:t>
            </a:r>
          </a:p>
        </p:txBody>
      </p:sp>
      <p:sp>
        <p:nvSpPr>
          <p:cNvPr id="11" name="Content Placeholder 10"/>
          <p:cNvSpPr>
            <a:spLocks noGrp="1"/>
          </p:cNvSpPr>
          <p:nvPr>
            <p:ph idx="1"/>
          </p:nvPr>
        </p:nvSpPr>
        <p:spPr/>
        <p:txBody>
          <a:bodyPr>
            <a:normAutofit/>
          </a:bodyPr>
          <a:lstStyle/>
          <a:p>
            <a:r>
              <a:rPr lang="en-US" dirty="0"/>
              <a:t>The setup process follows these steps:</a:t>
            </a:r>
          </a:p>
          <a:p>
            <a:pPr lvl="1"/>
            <a:r>
              <a:rPr lang="en-US" dirty="0"/>
              <a:t>Step 1: Create the groups (yellow circles)</a:t>
            </a:r>
          </a:p>
          <a:p>
            <a:pPr lvl="1"/>
            <a:r>
              <a:rPr lang="en-US" dirty="0"/>
              <a:t>Step 2: Create the role and permissions</a:t>
            </a:r>
          </a:p>
          <a:p>
            <a:pPr lvl="1"/>
            <a:r>
              <a:rPr lang="en-US" dirty="0"/>
              <a:t>Step 3: Grant the role (link role to groups)</a:t>
            </a:r>
          </a:p>
          <a:p>
            <a:pPr marL="0" indent="0">
              <a:buNone/>
            </a:pPr>
            <a:endParaRPr lang="en-US" dirty="0"/>
          </a:p>
        </p:txBody>
      </p:sp>
      <p:grpSp>
        <p:nvGrpSpPr>
          <p:cNvPr id="2" name="Group 15"/>
          <p:cNvGrpSpPr/>
          <p:nvPr/>
        </p:nvGrpSpPr>
        <p:grpSpPr>
          <a:xfrm>
            <a:off x="817315" y="3250475"/>
            <a:ext cx="6400800" cy="1466193"/>
            <a:chOff x="1387339" y="4288222"/>
            <a:chExt cx="6400800" cy="1466193"/>
          </a:xfrm>
        </p:grpSpPr>
        <p:sp>
          <p:nvSpPr>
            <p:cNvPr id="21" name="AutoShape 14"/>
            <p:cNvSpPr>
              <a:spLocks noChangeArrowheads="1"/>
            </p:cNvSpPr>
            <p:nvPr/>
          </p:nvSpPr>
          <p:spPr bwMode="auto">
            <a:xfrm>
              <a:off x="1387339" y="4288222"/>
              <a:ext cx="6400800" cy="1466193"/>
            </a:xfrm>
            <a:prstGeom prst="roundRect">
              <a:avLst>
                <a:gd name="adj" fmla="val 16667"/>
              </a:avLst>
            </a:prstGeom>
            <a:gradFill rotWithShape="1">
              <a:gsLst>
                <a:gs pos="0">
                  <a:srgbClr val="6666FF"/>
                </a:gs>
                <a:gs pos="100000">
                  <a:srgbClr val="6699FF"/>
                </a:gs>
              </a:gsLst>
              <a:lin ang="5400000" scaled="1"/>
            </a:gradFill>
            <a:ln w="12700" algn="ctr">
              <a:noFill/>
              <a:round/>
              <a:headEnd/>
              <a:tailEnd/>
            </a:ln>
          </p:spPr>
          <p:txBody>
            <a:bodyPr wrap="none" anchor="ctr"/>
            <a:lstStyle/>
            <a:p>
              <a:endParaRPr lang="en-US">
                <a:solidFill>
                  <a:srgbClr val="000000"/>
                </a:solidFill>
              </a:endParaRPr>
            </a:p>
          </p:txBody>
        </p:sp>
        <p:sp>
          <p:nvSpPr>
            <p:cNvPr id="22" name="Oval 17"/>
            <p:cNvSpPr>
              <a:spLocks noChangeArrowheads="1"/>
            </p:cNvSpPr>
            <p:nvPr/>
          </p:nvSpPr>
          <p:spPr bwMode="auto">
            <a:xfrm>
              <a:off x="1780957" y="4465700"/>
              <a:ext cx="1210036" cy="1122628"/>
            </a:xfrm>
            <a:prstGeom prst="ellipse">
              <a:avLst/>
            </a:prstGeom>
            <a:gradFill rotWithShape="1">
              <a:gsLst>
                <a:gs pos="0">
                  <a:srgbClr val="FFFF00"/>
                </a:gs>
                <a:gs pos="100000">
                  <a:srgbClr val="FFFF99"/>
                </a:gs>
              </a:gsLst>
              <a:lin ang="5400000" scaled="1"/>
            </a:gradFill>
            <a:ln w="19050" algn="ctr">
              <a:noFill/>
              <a:round/>
              <a:headEnd/>
              <a:tailEnd/>
            </a:ln>
          </p:spPr>
          <p:txBody>
            <a:bodyPr wrap="none" anchor="ctr"/>
            <a:lstStyle/>
            <a:p>
              <a:pPr algn="ctr"/>
              <a:r>
                <a:rPr lang="en-US" sz="2000" dirty="0">
                  <a:solidFill>
                    <a:srgbClr val="000000"/>
                  </a:solidFill>
                </a:rPr>
                <a:t>Granted</a:t>
              </a:r>
            </a:p>
            <a:p>
              <a:pPr algn="ctr"/>
              <a:r>
                <a:rPr lang="en-US" sz="2000" dirty="0">
                  <a:solidFill>
                    <a:srgbClr val="000000"/>
                  </a:solidFill>
                </a:rPr>
                <a:t>Users</a:t>
              </a:r>
            </a:p>
          </p:txBody>
        </p:sp>
        <p:cxnSp>
          <p:nvCxnSpPr>
            <p:cNvPr id="23" name="Straight Connector 22"/>
            <p:cNvCxnSpPr>
              <a:stCxn id="22" idx="6"/>
              <a:endCxn id="25" idx="1"/>
            </p:cNvCxnSpPr>
            <p:nvPr/>
          </p:nvCxnSpPr>
          <p:spPr>
            <a:xfrm flipV="1">
              <a:off x="2990993" y="5023205"/>
              <a:ext cx="541687" cy="3809"/>
            </a:xfrm>
            <a:prstGeom prst="line">
              <a:avLst/>
            </a:prstGeom>
            <a:ln w="38100"/>
          </p:spPr>
          <p:style>
            <a:lnRef idx="1">
              <a:schemeClr val="dk1"/>
            </a:lnRef>
            <a:fillRef idx="0">
              <a:schemeClr val="dk1"/>
            </a:fillRef>
            <a:effectRef idx="0">
              <a:schemeClr val="dk1"/>
            </a:effectRef>
            <a:fontRef idx="minor">
              <a:schemeClr val="tx1"/>
            </a:fontRef>
          </p:style>
        </p:cxnSp>
        <p:cxnSp>
          <p:nvCxnSpPr>
            <p:cNvPr id="24" name="Straight Connector 23"/>
            <p:cNvCxnSpPr>
              <a:stCxn id="25" idx="3"/>
              <a:endCxn id="26" idx="2"/>
            </p:cNvCxnSpPr>
            <p:nvPr/>
          </p:nvCxnSpPr>
          <p:spPr>
            <a:xfrm flipV="1">
              <a:off x="5631628" y="5020330"/>
              <a:ext cx="535152" cy="2875"/>
            </a:xfrm>
            <a:prstGeom prst="line">
              <a:avLst/>
            </a:prstGeom>
            <a:ln w="38100"/>
          </p:spPr>
          <p:style>
            <a:lnRef idx="1">
              <a:schemeClr val="dk1"/>
            </a:lnRef>
            <a:fillRef idx="0">
              <a:schemeClr val="dk1"/>
            </a:fillRef>
            <a:effectRef idx="0">
              <a:schemeClr val="dk1"/>
            </a:effectRef>
            <a:fontRef idx="minor">
              <a:schemeClr val="tx1"/>
            </a:fontRef>
          </p:style>
        </p:cxnSp>
        <p:sp>
          <p:nvSpPr>
            <p:cNvPr id="25" name="AutoShape 15"/>
            <p:cNvSpPr>
              <a:spLocks noChangeArrowheads="1"/>
            </p:cNvSpPr>
            <p:nvPr/>
          </p:nvSpPr>
          <p:spPr bwMode="auto">
            <a:xfrm>
              <a:off x="3532680" y="4677878"/>
              <a:ext cx="2098948" cy="690654"/>
            </a:xfrm>
            <a:prstGeom prst="roundRect">
              <a:avLst>
                <a:gd name="adj" fmla="val 16667"/>
              </a:avLst>
            </a:prstGeom>
            <a:gradFill rotWithShape="1">
              <a:gsLst>
                <a:gs pos="0">
                  <a:srgbClr val="00CC00"/>
                </a:gs>
                <a:gs pos="100000">
                  <a:srgbClr val="99FF99"/>
                </a:gs>
              </a:gsLst>
              <a:lin ang="5400000" scaled="1"/>
            </a:gradFill>
            <a:ln w="19050" algn="ctr">
              <a:noFill/>
              <a:round/>
              <a:headEnd/>
              <a:tailEnd/>
            </a:ln>
          </p:spPr>
          <p:txBody>
            <a:bodyPr wrap="none" anchor="ctr"/>
            <a:lstStyle/>
            <a:p>
              <a:pPr algn="ctr"/>
              <a:r>
                <a:rPr lang="en-US" sz="2400" dirty="0">
                  <a:solidFill>
                    <a:srgbClr val="000000"/>
                  </a:solidFill>
                </a:rPr>
                <a:t>Role</a:t>
              </a:r>
            </a:p>
          </p:txBody>
        </p:sp>
        <p:sp>
          <p:nvSpPr>
            <p:cNvPr id="26" name="Oval 16"/>
            <p:cNvSpPr>
              <a:spLocks noChangeArrowheads="1"/>
            </p:cNvSpPr>
            <p:nvPr/>
          </p:nvSpPr>
          <p:spPr bwMode="auto">
            <a:xfrm>
              <a:off x="6166780" y="4457760"/>
              <a:ext cx="1210036" cy="1125140"/>
            </a:xfrm>
            <a:prstGeom prst="ellipse">
              <a:avLst/>
            </a:prstGeom>
            <a:gradFill rotWithShape="1">
              <a:gsLst>
                <a:gs pos="0">
                  <a:srgbClr val="FFFF00"/>
                </a:gs>
                <a:gs pos="100000">
                  <a:srgbClr val="FFFF99"/>
                </a:gs>
              </a:gsLst>
              <a:lin ang="5400000" scaled="1"/>
            </a:gradFill>
            <a:ln w="19050" algn="ctr">
              <a:noFill/>
              <a:round/>
              <a:headEnd/>
              <a:tailEnd/>
            </a:ln>
          </p:spPr>
          <p:txBody>
            <a:bodyPr wrap="none" anchor="ctr"/>
            <a:lstStyle/>
            <a:p>
              <a:pPr algn="ctr"/>
              <a:r>
                <a:rPr lang="en-US" sz="2000" dirty="0">
                  <a:solidFill>
                    <a:srgbClr val="000000"/>
                  </a:solidFill>
                </a:rPr>
                <a:t>Target</a:t>
              </a:r>
            </a:p>
            <a:p>
              <a:pPr algn="ctr"/>
              <a:r>
                <a:rPr lang="en-US" sz="2000" dirty="0">
                  <a:solidFill>
                    <a:srgbClr val="000000"/>
                  </a:solidFill>
                </a:rPr>
                <a:t>Users</a:t>
              </a:r>
            </a:p>
          </p:txBody>
        </p:sp>
      </p:grpSp>
    </p:spTree>
    <p:extLst>
      <p:ext uri="{BB962C8B-B14F-4D97-AF65-F5344CB8AC3E}">
        <p14:creationId xmlns:p14="http://schemas.microsoft.com/office/powerpoint/2010/main" val="153983472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Managing Permission Groups</a:t>
            </a:r>
          </a:p>
        </p:txBody>
      </p:sp>
      <p:sp>
        <p:nvSpPr>
          <p:cNvPr id="2" name="Content Placeholder 1"/>
          <p:cNvSpPr>
            <a:spLocks noGrp="1"/>
          </p:cNvSpPr>
          <p:nvPr>
            <p:ph idx="1"/>
          </p:nvPr>
        </p:nvSpPr>
        <p:spPr/>
        <p:txBody>
          <a:bodyPr/>
          <a:lstStyle/>
          <a:p>
            <a:r>
              <a:rPr lang="en-US" dirty="0"/>
              <a:t>The first step in managing security is to create permission groups. </a:t>
            </a:r>
          </a:p>
          <a:p>
            <a:r>
              <a:rPr lang="en-US" dirty="0"/>
              <a:t>In Admin Tools, navigate to </a:t>
            </a:r>
            <a:r>
              <a:rPr lang="en-US" b="1" dirty="0"/>
              <a:t>Set User Permissions &gt; Manage Permission Groups</a:t>
            </a:r>
          </a:p>
          <a:p>
            <a:r>
              <a:rPr lang="en-US" dirty="0"/>
              <a:t>Click </a:t>
            </a:r>
            <a:r>
              <a:rPr lang="en-US" b="1" dirty="0"/>
              <a:t>Create New </a:t>
            </a:r>
            <a:r>
              <a:rPr lang="en-US" dirty="0"/>
              <a:t>to create a new permission group</a:t>
            </a:r>
          </a:p>
          <a:p>
            <a:r>
              <a:rPr lang="en-US" dirty="0"/>
              <a:t>Remember that you’ll create two permissions groups (for those exceptions)</a:t>
            </a:r>
          </a:p>
          <a:p>
            <a:pPr lvl="1"/>
            <a:r>
              <a:rPr lang="en-US" dirty="0"/>
              <a:t>Granted users</a:t>
            </a:r>
          </a:p>
          <a:p>
            <a:pPr lvl="1"/>
            <a:r>
              <a:rPr lang="en-US" dirty="0"/>
              <a:t>Target users</a:t>
            </a:r>
          </a:p>
          <a:p>
            <a:endParaRPr lang="en-US" dirty="0"/>
          </a:p>
        </p:txBody>
      </p:sp>
    </p:spTree>
    <p:extLst>
      <p:ext uri="{BB962C8B-B14F-4D97-AF65-F5344CB8AC3E}">
        <p14:creationId xmlns:p14="http://schemas.microsoft.com/office/powerpoint/2010/main" val="4134840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Managing Permission Groups</a:t>
            </a:r>
          </a:p>
        </p:txBody>
      </p:sp>
      <p:sp>
        <p:nvSpPr>
          <p:cNvPr id="3" name="Content Placeholder 2"/>
          <p:cNvSpPr>
            <a:spLocks noGrp="1"/>
          </p:cNvSpPr>
          <p:nvPr>
            <p:ph idx="1"/>
          </p:nvPr>
        </p:nvSpPr>
        <p:spPr>
          <a:xfrm>
            <a:off x="319176" y="1092665"/>
            <a:ext cx="8488393" cy="5091596"/>
          </a:xfrm>
        </p:spPr>
        <p:txBody>
          <a:bodyPr/>
          <a:lstStyle/>
          <a:p>
            <a:r>
              <a:rPr lang="en-US" dirty="0"/>
              <a:t>Set up a group using job code</a:t>
            </a:r>
          </a:p>
        </p:txBody>
      </p:sp>
      <p:pic>
        <p:nvPicPr>
          <p:cNvPr id="348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0650" y="1518425"/>
            <a:ext cx="7041958" cy="48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14901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Managing Permission Groups</a:t>
            </a:r>
          </a:p>
        </p:txBody>
      </p:sp>
      <p:sp>
        <p:nvSpPr>
          <p:cNvPr id="3" name="Content Placeholder 2"/>
          <p:cNvSpPr>
            <a:spLocks noGrp="1"/>
          </p:cNvSpPr>
          <p:nvPr>
            <p:ph idx="1"/>
          </p:nvPr>
        </p:nvSpPr>
        <p:spPr>
          <a:xfrm>
            <a:off x="319176" y="1226777"/>
            <a:ext cx="8488393" cy="5091596"/>
          </a:xfrm>
        </p:spPr>
        <p:txBody>
          <a:bodyPr/>
          <a:lstStyle/>
          <a:p>
            <a:r>
              <a:rPr lang="en-US" dirty="0"/>
              <a:t>Update the Active Group Membership</a:t>
            </a:r>
          </a:p>
        </p:txBody>
      </p:sp>
      <p:pic>
        <p:nvPicPr>
          <p:cNvPr id="3584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8784" y="1740893"/>
            <a:ext cx="6591570" cy="4577480"/>
          </a:xfrm>
          <a:prstGeom prst="rect">
            <a:avLst/>
          </a:prstGeom>
          <a:ln w="12700">
            <a:solidFill>
              <a:schemeClr val="bg1">
                <a:lumMod val="50000"/>
              </a:schemeClr>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0813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Step 2: Create the Role</a:t>
            </a:r>
          </a:p>
        </p:txBody>
      </p:sp>
      <p:sp>
        <p:nvSpPr>
          <p:cNvPr id="11" name="Content Placeholder 10"/>
          <p:cNvSpPr>
            <a:spLocks noGrp="1"/>
          </p:cNvSpPr>
          <p:nvPr>
            <p:ph idx="1"/>
          </p:nvPr>
        </p:nvSpPr>
        <p:spPr/>
        <p:txBody>
          <a:bodyPr/>
          <a:lstStyle/>
          <a:p>
            <a:r>
              <a:rPr lang="en-US" dirty="0"/>
              <a:t>Step 1: Create the groups </a:t>
            </a:r>
            <a:r>
              <a:rPr lang="en-US" dirty="0">
                <a:solidFill>
                  <a:srgbClr val="FF0000"/>
                </a:solidFill>
              </a:rPr>
              <a:t>DONE</a:t>
            </a:r>
          </a:p>
          <a:p>
            <a:r>
              <a:rPr lang="en-US" b="1" dirty="0"/>
              <a:t>Step 2: Create the role</a:t>
            </a:r>
          </a:p>
          <a:p>
            <a:r>
              <a:rPr lang="en-US" dirty="0"/>
              <a:t>Step 3: Grant the role</a:t>
            </a:r>
          </a:p>
        </p:txBody>
      </p:sp>
      <p:grpSp>
        <p:nvGrpSpPr>
          <p:cNvPr id="20" name="Group 15"/>
          <p:cNvGrpSpPr/>
          <p:nvPr/>
        </p:nvGrpSpPr>
        <p:grpSpPr>
          <a:xfrm>
            <a:off x="817315" y="3250475"/>
            <a:ext cx="6400800" cy="1466193"/>
            <a:chOff x="1387339" y="4288222"/>
            <a:chExt cx="6400800" cy="1466193"/>
          </a:xfrm>
        </p:grpSpPr>
        <p:sp>
          <p:nvSpPr>
            <p:cNvPr id="21" name="AutoShape 14"/>
            <p:cNvSpPr>
              <a:spLocks noChangeArrowheads="1"/>
            </p:cNvSpPr>
            <p:nvPr/>
          </p:nvSpPr>
          <p:spPr bwMode="auto">
            <a:xfrm>
              <a:off x="1387339" y="4288222"/>
              <a:ext cx="6400800" cy="1466193"/>
            </a:xfrm>
            <a:prstGeom prst="roundRect">
              <a:avLst>
                <a:gd name="adj" fmla="val 16667"/>
              </a:avLst>
            </a:prstGeom>
            <a:gradFill rotWithShape="1">
              <a:gsLst>
                <a:gs pos="0">
                  <a:srgbClr val="6666FF"/>
                </a:gs>
                <a:gs pos="100000">
                  <a:srgbClr val="6699FF"/>
                </a:gs>
              </a:gsLst>
              <a:lin ang="5400000" scaled="1"/>
            </a:gradFill>
            <a:ln w="12700" algn="ctr">
              <a:noFill/>
              <a:round/>
              <a:headEnd/>
              <a:tailEnd/>
            </a:ln>
          </p:spPr>
          <p:txBody>
            <a:bodyPr wrap="none" anchor="ctr"/>
            <a:lstStyle/>
            <a:p>
              <a:endParaRPr lang="en-US">
                <a:solidFill>
                  <a:srgbClr val="000000"/>
                </a:solidFill>
              </a:endParaRPr>
            </a:p>
          </p:txBody>
        </p:sp>
        <p:sp>
          <p:nvSpPr>
            <p:cNvPr id="22" name="Oval 17"/>
            <p:cNvSpPr>
              <a:spLocks noChangeArrowheads="1"/>
            </p:cNvSpPr>
            <p:nvPr/>
          </p:nvSpPr>
          <p:spPr bwMode="auto">
            <a:xfrm>
              <a:off x="1780957" y="4465700"/>
              <a:ext cx="1210036" cy="1122628"/>
            </a:xfrm>
            <a:prstGeom prst="ellipse">
              <a:avLst/>
            </a:prstGeom>
            <a:gradFill rotWithShape="1">
              <a:gsLst>
                <a:gs pos="0">
                  <a:srgbClr val="FFFF00"/>
                </a:gs>
                <a:gs pos="100000">
                  <a:srgbClr val="FFFF99"/>
                </a:gs>
              </a:gsLst>
              <a:lin ang="5400000" scaled="1"/>
            </a:gradFill>
            <a:ln w="19050" algn="ctr">
              <a:noFill/>
              <a:round/>
              <a:headEnd/>
              <a:tailEnd/>
            </a:ln>
          </p:spPr>
          <p:txBody>
            <a:bodyPr wrap="none" anchor="ctr"/>
            <a:lstStyle/>
            <a:p>
              <a:pPr algn="ctr"/>
              <a:r>
                <a:rPr lang="en-US" sz="2000" dirty="0">
                  <a:solidFill>
                    <a:srgbClr val="000000"/>
                  </a:solidFill>
                </a:rPr>
                <a:t>Granted</a:t>
              </a:r>
            </a:p>
            <a:p>
              <a:pPr algn="ctr"/>
              <a:r>
                <a:rPr lang="en-US" sz="2000" dirty="0">
                  <a:solidFill>
                    <a:srgbClr val="000000"/>
                  </a:solidFill>
                </a:rPr>
                <a:t>Users</a:t>
              </a:r>
            </a:p>
          </p:txBody>
        </p:sp>
        <p:cxnSp>
          <p:nvCxnSpPr>
            <p:cNvPr id="23" name="Straight Connector 22"/>
            <p:cNvCxnSpPr>
              <a:stCxn id="22" idx="6"/>
              <a:endCxn id="25" idx="1"/>
            </p:cNvCxnSpPr>
            <p:nvPr/>
          </p:nvCxnSpPr>
          <p:spPr>
            <a:xfrm flipV="1">
              <a:off x="2990993" y="5023205"/>
              <a:ext cx="541687" cy="3809"/>
            </a:xfrm>
            <a:prstGeom prst="line">
              <a:avLst/>
            </a:prstGeom>
            <a:ln w="38100"/>
          </p:spPr>
          <p:style>
            <a:lnRef idx="1">
              <a:schemeClr val="dk1"/>
            </a:lnRef>
            <a:fillRef idx="0">
              <a:schemeClr val="dk1"/>
            </a:fillRef>
            <a:effectRef idx="0">
              <a:schemeClr val="dk1"/>
            </a:effectRef>
            <a:fontRef idx="minor">
              <a:schemeClr val="tx1"/>
            </a:fontRef>
          </p:style>
        </p:cxnSp>
        <p:cxnSp>
          <p:nvCxnSpPr>
            <p:cNvPr id="24" name="Straight Connector 23"/>
            <p:cNvCxnSpPr>
              <a:stCxn id="25" idx="3"/>
              <a:endCxn id="26" idx="2"/>
            </p:cNvCxnSpPr>
            <p:nvPr/>
          </p:nvCxnSpPr>
          <p:spPr>
            <a:xfrm flipV="1">
              <a:off x="5631628" y="5020330"/>
              <a:ext cx="535152" cy="2875"/>
            </a:xfrm>
            <a:prstGeom prst="line">
              <a:avLst/>
            </a:prstGeom>
            <a:ln w="38100"/>
          </p:spPr>
          <p:style>
            <a:lnRef idx="1">
              <a:schemeClr val="dk1"/>
            </a:lnRef>
            <a:fillRef idx="0">
              <a:schemeClr val="dk1"/>
            </a:fillRef>
            <a:effectRef idx="0">
              <a:schemeClr val="dk1"/>
            </a:effectRef>
            <a:fontRef idx="minor">
              <a:schemeClr val="tx1"/>
            </a:fontRef>
          </p:style>
        </p:cxnSp>
        <p:sp>
          <p:nvSpPr>
            <p:cNvPr id="25" name="AutoShape 15"/>
            <p:cNvSpPr>
              <a:spLocks noChangeArrowheads="1"/>
            </p:cNvSpPr>
            <p:nvPr/>
          </p:nvSpPr>
          <p:spPr bwMode="auto">
            <a:xfrm>
              <a:off x="3532680" y="4677878"/>
              <a:ext cx="2098948" cy="690654"/>
            </a:xfrm>
            <a:prstGeom prst="roundRect">
              <a:avLst>
                <a:gd name="adj" fmla="val 16667"/>
              </a:avLst>
            </a:prstGeom>
            <a:gradFill rotWithShape="1">
              <a:gsLst>
                <a:gs pos="0">
                  <a:srgbClr val="00CC00"/>
                </a:gs>
                <a:gs pos="100000">
                  <a:srgbClr val="99FF99"/>
                </a:gs>
              </a:gsLst>
              <a:lin ang="5400000" scaled="1"/>
            </a:gradFill>
            <a:ln w="19050" algn="ctr">
              <a:noFill/>
              <a:round/>
              <a:headEnd/>
              <a:tailEnd/>
            </a:ln>
          </p:spPr>
          <p:txBody>
            <a:bodyPr wrap="none" anchor="ctr"/>
            <a:lstStyle/>
            <a:p>
              <a:pPr algn="ctr"/>
              <a:r>
                <a:rPr lang="en-US" sz="2400" dirty="0">
                  <a:solidFill>
                    <a:srgbClr val="000000"/>
                  </a:solidFill>
                </a:rPr>
                <a:t>Role</a:t>
              </a:r>
            </a:p>
          </p:txBody>
        </p:sp>
        <p:sp>
          <p:nvSpPr>
            <p:cNvPr id="26" name="Oval 16"/>
            <p:cNvSpPr>
              <a:spLocks noChangeArrowheads="1"/>
            </p:cNvSpPr>
            <p:nvPr/>
          </p:nvSpPr>
          <p:spPr bwMode="auto">
            <a:xfrm>
              <a:off x="6166780" y="4457760"/>
              <a:ext cx="1210036" cy="1125140"/>
            </a:xfrm>
            <a:prstGeom prst="ellipse">
              <a:avLst/>
            </a:prstGeom>
            <a:gradFill rotWithShape="1">
              <a:gsLst>
                <a:gs pos="0">
                  <a:srgbClr val="FFFF00"/>
                </a:gs>
                <a:gs pos="100000">
                  <a:srgbClr val="FFFF99"/>
                </a:gs>
              </a:gsLst>
              <a:lin ang="5400000" scaled="1"/>
            </a:gradFill>
            <a:ln w="19050" algn="ctr">
              <a:noFill/>
              <a:round/>
              <a:headEnd/>
              <a:tailEnd/>
            </a:ln>
          </p:spPr>
          <p:txBody>
            <a:bodyPr wrap="none" anchor="ctr"/>
            <a:lstStyle/>
            <a:p>
              <a:pPr algn="ctr"/>
              <a:r>
                <a:rPr lang="en-US" sz="2000" dirty="0">
                  <a:solidFill>
                    <a:srgbClr val="000000"/>
                  </a:solidFill>
                </a:rPr>
                <a:t>Target</a:t>
              </a:r>
            </a:p>
            <a:p>
              <a:pPr algn="ctr"/>
              <a:r>
                <a:rPr lang="en-US" sz="2000" dirty="0">
                  <a:solidFill>
                    <a:srgbClr val="000000"/>
                  </a:solidFill>
                </a:rPr>
                <a:t>Users</a:t>
              </a:r>
            </a:p>
          </p:txBody>
        </p:sp>
      </p:grpSp>
    </p:spTree>
    <p:extLst>
      <p:ext uri="{BB962C8B-B14F-4D97-AF65-F5344CB8AC3E}">
        <p14:creationId xmlns:p14="http://schemas.microsoft.com/office/powerpoint/2010/main" val="420270546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Managing Permission Roles</a:t>
            </a:r>
          </a:p>
        </p:txBody>
      </p:sp>
      <p:sp>
        <p:nvSpPr>
          <p:cNvPr id="4" name="Content Placeholder 3"/>
          <p:cNvSpPr>
            <a:spLocks noGrp="1"/>
          </p:cNvSpPr>
          <p:nvPr>
            <p:ph idx="1"/>
          </p:nvPr>
        </p:nvSpPr>
        <p:spPr/>
        <p:txBody>
          <a:bodyPr/>
          <a:lstStyle/>
          <a:p>
            <a:r>
              <a:rPr lang="en-US" dirty="0"/>
              <a:t>A permission role defines access to data and functionality</a:t>
            </a:r>
          </a:p>
          <a:p>
            <a:r>
              <a:rPr lang="en-US" dirty="0"/>
              <a:t>In Admin Tools, navigate to </a:t>
            </a:r>
            <a:r>
              <a:rPr lang="en-US" b="1" dirty="0"/>
              <a:t>Set User Permissions &gt; Manage Permission Roles</a:t>
            </a:r>
          </a:p>
          <a:p>
            <a:r>
              <a:rPr lang="en-US" dirty="0"/>
              <a:t>Click </a:t>
            </a:r>
            <a:r>
              <a:rPr lang="en-US" b="1" dirty="0"/>
              <a:t>Create New </a:t>
            </a:r>
            <a:r>
              <a:rPr lang="en-US" dirty="0"/>
              <a:t>to create a new permission role.</a:t>
            </a:r>
          </a:p>
          <a:p>
            <a:r>
              <a:rPr lang="en-US" b="1" dirty="0"/>
              <a:t>Note: </a:t>
            </a:r>
            <a:r>
              <a:rPr lang="en-US" dirty="0"/>
              <a:t>Some Roles are standard (Employee, Manager, Matrix Manager, HR Rep) and don’t need Groups.</a:t>
            </a:r>
          </a:p>
          <a:p>
            <a:endParaRPr lang="en-US" dirty="0"/>
          </a:p>
        </p:txBody>
      </p:sp>
    </p:spTree>
    <p:extLst>
      <p:ext uri="{BB962C8B-B14F-4D97-AF65-F5344CB8AC3E}">
        <p14:creationId xmlns:p14="http://schemas.microsoft.com/office/powerpoint/2010/main" val="363390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 Role-Based Permission Access</a:t>
            </a:r>
          </a:p>
        </p:txBody>
      </p:sp>
      <p:sp>
        <p:nvSpPr>
          <p:cNvPr id="3" name="Content Placeholder 2"/>
          <p:cNvSpPr>
            <a:spLocks noGrp="1"/>
          </p:cNvSpPr>
          <p:nvPr>
            <p:ph idx="1"/>
          </p:nvPr>
        </p:nvSpPr>
        <p:spPr/>
        <p:txBody>
          <a:bodyPr/>
          <a:lstStyle/>
          <a:p>
            <a:r>
              <a:rPr lang="en-US" dirty="0"/>
              <a:t>Create a new role</a:t>
            </a:r>
          </a:p>
          <a:p>
            <a:endParaRPr lang="en-US" dirty="0"/>
          </a:p>
        </p:txBody>
      </p:sp>
      <p:pic>
        <p:nvPicPr>
          <p:cNvPr id="3789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6969" y="1865500"/>
            <a:ext cx="4591050" cy="4238625"/>
          </a:xfrm>
          <a:prstGeom prst="rect">
            <a:avLst/>
          </a:prstGeom>
          <a:ln w="12700">
            <a:solidFill>
              <a:schemeClr val="bg1">
                <a:lumMod val="50000"/>
              </a:schemeClr>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927336" y="4420818"/>
            <a:ext cx="1145304" cy="46817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825476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 Role-Based Permission Access</a:t>
            </a:r>
          </a:p>
        </p:txBody>
      </p:sp>
      <p:sp>
        <p:nvSpPr>
          <p:cNvPr id="3" name="Content Placeholder 2"/>
          <p:cNvSpPr>
            <a:spLocks noGrp="1"/>
          </p:cNvSpPr>
          <p:nvPr>
            <p:ph idx="1"/>
          </p:nvPr>
        </p:nvSpPr>
        <p:spPr>
          <a:xfrm>
            <a:off x="319176" y="1226777"/>
            <a:ext cx="8488393" cy="5091596"/>
          </a:xfrm>
        </p:spPr>
        <p:txBody>
          <a:bodyPr/>
          <a:lstStyle/>
          <a:p>
            <a:r>
              <a:rPr lang="en-US" dirty="0"/>
              <a:t>Set permissions for the role</a:t>
            </a:r>
          </a:p>
          <a:p>
            <a:endParaRPr lang="en-US" dirty="0"/>
          </a:p>
        </p:txBody>
      </p:sp>
      <p:pic>
        <p:nvPicPr>
          <p:cNvPr id="389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2079" y="1687234"/>
            <a:ext cx="6623809" cy="4707899"/>
          </a:xfrm>
          <a:prstGeom prst="rect">
            <a:avLst/>
          </a:prstGeom>
          <a:ln w="12700">
            <a:solidFill>
              <a:schemeClr val="bg1">
                <a:lumMod val="50000"/>
              </a:schemeClr>
            </a:solidFill>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8852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 Permissions for the Profile</a:t>
            </a:r>
          </a:p>
        </p:txBody>
      </p:sp>
      <p:sp>
        <p:nvSpPr>
          <p:cNvPr id="3" name="Content Placeholder 2"/>
          <p:cNvSpPr>
            <a:spLocks noGrp="1"/>
          </p:cNvSpPr>
          <p:nvPr>
            <p:ph idx="1"/>
          </p:nvPr>
        </p:nvSpPr>
        <p:spPr>
          <a:xfrm>
            <a:off x="319176" y="1207329"/>
            <a:ext cx="8488393" cy="5091596"/>
          </a:xfrm>
        </p:spPr>
        <p:txBody>
          <a:bodyPr>
            <a:normAutofit/>
          </a:bodyPr>
          <a:lstStyle/>
          <a:p>
            <a:r>
              <a:rPr lang="en-US" sz="2200" dirty="0"/>
              <a:t>Also enable the following for the All Managers permissions role:</a:t>
            </a:r>
          </a:p>
          <a:p>
            <a:pPr lvl="1"/>
            <a:r>
              <a:rPr lang="en-US" sz="1800" dirty="0"/>
              <a:t>User Permissions &gt; Employee Data &gt; Employee Profile: select the View checkbox. This will make all the Employee Profile fields visible</a:t>
            </a:r>
          </a:p>
          <a:p>
            <a:endParaRPr lang="en-US" sz="2200" dirty="0"/>
          </a:p>
          <a:p>
            <a:endParaRPr lang="en-US" sz="2200" dirty="0"/>
          </a:p>
          <a:p>
            <a:endParaRPr lang="en-US" sz="2200" dirty="0"/>
          </a:p>
          <a:p>
            <a:endParaRPr lang="en-US" sz="2200" dirty="0"/>
          </a:p>
          <a:p>
            <a:endParaRPr lang="en-US" sz="2200" dirty="0"/>
          </a:p>
          <a:p>
            <a:pPr lvl="1"/>
            <a:r>
              <a:rPr lang="en-US" sz="1800" dirty="0"/>
              <a:t>User Permissions &gt; Employee Views &gt; Profile: check the "View" checkbox</a:t>
            </a:r>
          </a:p>
        </p:txBody>
      </p:sp>
      <p:pic>
        <p:nvPicPr>
          <p:cNvPr id="1026" name="Picture 2"/>
          <p:cNvPicPr>
            <a:picLocks noChangeAspect="1" noChangeArrowheads="1"/>
          </p:cNvPicPr>
          <p:nvPr/>
        </p:nvPicPr>
        <p:blipFill>
          <a:blip r:embed="rId2" cstate="print"/>
          <a:srcRect b="54491"/>
          <a:stretch>
            <a:fillRect/>
          </a:stretch>
        </p:blipFill>
        <p:spPr bwMode="auto">
          <a:xfrm>
            <a:off x="841705" y="2361066"/>
            <a:ext cx="7713663" cy="2492475"/>
          </a:xfrm>
          <a:prstGeom prst="rect">
            <a:avLst/>
          </a:prstGeom>
          <a:ln w="12700">
            <a:solidFill>
              <a:schemeClr val="bg1">
                <a:lumMod val="50000"/>
              </a:schemeClr>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Step 3: Grant the Role</a:t>
            </a:r>
          </a:p>
        </p:txBody>
      </p:sp>
      <p:sp>
        <p:nvSpPr>
          <p:cNvPr id="11" name="Content Placeholder 10"/>
          <p:cNvSpPr>
            <a:spLocks noGrp="1"/>
          </p:cNvSpPr>
          <p:nvPr>
            <p:ph idx="1"/>
          </p:nvPr>
        </p:nvSpPr>
        <p:spPr/>
        <p:txBody>
          <a:bodyPr/>
          <a:lstStyle/>
          <a:p>
            <a:r>
              <a:rPr lang="en-US" dirty="0"/>
              <a:t>Step 1: Create the groups </a:t>
            </a:r>
            <a:r>
              <a:rPr lang="en-US" dirty="0">
                <a:solidFill>
                  <a:srgbClr val="FF0000"/>
                </a:solidFill>
              </a:rPr>
              <a:t>DONE</a:t>
            </a:r>
          </a:p>
          <a:p>
            <a:r>
              <a:rPr lang="en-US" dirty="0"/>
              <a:t>Step 2: Create the role </a:t>
            </a:r>
            <a:r>
              <a:rPr lang="en-US" dirty="0">
                <a:solidFill>
                  <a:srgbClr val="FF0000"/>
                </a:solidFill>
              </a:rPr>
              <a:t>DONE</a:t>
            </a:r>
          </a:p>
          <a:p>
            <a:r>
              <a:rPr lang="en-US" dirty="0"/>
              <a:t>Step 3: Grant the role</a:t>
            </a:r>
          </a:p>
        </p:txBody>
      </p:sp>
      <p:grpSp>
        <p:nvGrpSpPr>
          <p:cNvPr id="20" name="Group 15"/>
          <p:cNvGrpSpPr/>
          <p:nvPr/>
        </p:nvGrpSpPr>
        <p:grpSpPr>
          <a:xfrm>
            <a:off x="817315" y="3250475"/>
            <a:ext cx="6400800" cy="1466193"/>
            <a:chOff x="1387339" y="4288222"/>
            <a:chExt cx="6400800" cy="1466193"/>
          </a:xfrm>
        </p:grpSpPr>
        <p:sp>
          <p:nvSpPr>
            <p:cNvPr id="21" name="AutoShape 14"/>
            <p:cNvSpPr>
              <a:spLocks noChangeArrowheads="1"/>
            </p:cNvSpPr>
            <p:nvPr/>
          </p:nvSpPr>
          <p:spPr bwMode="auto">
            <a:xfrm>
              <a:off x="1387339" y="4288222"/>
              <a:ext cx="6400800" cy="1466193"/>
            </a:xfrm>
            <a:prstGeom prst="roundRect">
              <a:avLst>
                <a:gd name="adj" fmla="val 16667"/>
              </a:avLst>
            </a:prstGeom>
            <a:gradFill rotWithShape="1">
              <a:gsLst>
                <a:gs pos="0">
                  <a:srgbClr val="6666FF"/>
                </a:gs>
                <a:gs pos="100000">
                  <a:srgbClr val="6699FF"/>
                </a:gs>
              </a:gsLst>
              <a:lin ang="5400000" scaled="1"/>
            </a:gradFill>
            <a:ln w="12700" algn="ctr">
              <a:noFill/>
              <a:round/>
              <a:headEnd/>
              <a:tailEnd/>
            </a:ln>
          </p:spPr>
          <p:txBody>
            <a:bodyPr wrap="none" anchor="ctr"/>
            <a:lstStyle/>
            <a:p>
              <a:endParaRPr lang="en-US">
                <a:solidFill>
                  <a:srgbClr val="000000"/>
                </a:solidFill>
              </a:endParaRPr>
            </a:p>
          </p:txBody>
        </p:sp>
        <p:sp>
          <p:nvSpPr>
            <p:cNvPr id="22" name="Oval 17"/>
            <p:cNvSpPr>
              <a:spLocks noChangeArrowheads="1"/>
            </p:cNvSpPr>
            <p:nvPr/>
          </p:nvSpPr>
          <p:spPr bwMode="auto">
            <a:xfrm>
              <a:off x="1780957" y="4465700"/>
              <a:ext cx="1210036" cy="1122628"/>
            </a:xfrm>
            <a:prstGeom prst="ellipse">
              <a:avLst/>
            </a:prstGeom>
            <a:gradFill rotWithShape="1">
              <a:gsLst>
                <a:gs pos="0">
                  <a:srgbClr val="FFFF00"/>
                </a:gs>
                <a:gs pos="100000">
                  <a:srgbClr val="FFFF99"/>
                </a:gs>
              </a:gsLst>
              <a:lin ang="5400000" scaled="1"/>
            </a:gradFill>
            <a:ln w="19050" algn="ctr">
              <a:noFill/>
              <a:round/>
              <a:headEnd/>
              <a:tailEnd/>
            </a:ln>
          </p:spPr>
          <p:txBody>
            <a:bodyPr wrap="none" anchor="ctr"/>
            <a:lstStyle/>
            <a:p>
              <a:pPr algn="ctr"/>
              <a:r>
                <a:rPr lang="en-US" sz="2000" dirty="0">
                  <a:solidFill>
                    <a:srgbClr val="000000"/>
                  </a:solidFill>
                </a:rPr>
                <a:t>Granted</a:t>
              </a:r>
            </a:p>
            <a:p>
              <a:pPr algn="ctr"/>
              <a:r>
                <a:rPr lang="en-US" sz="2000" dirty="0">
                  <a:solidFill>
                    <a:srgbClr val="000000"/>
                  </a:solidFill>
                </a:rPr>
                <a:t>Users</a:t>
              </a:r>
            </a:p>
          </p:txBody>
        </p:sp>
        <p:cxnSp>
          <p:nvCxnSpPr>
            <p:cNvPr id="23" name="Straight Connector 22"/>
            <p:cNvCxnSpPr>
              <a:stCxn id="22" idx="6"/>
              <a:endCxn id="25" idx="1"/>
            </p:cNvCxnSpPr>
            <p:nvPr/>
          </p:nvCxnSpPr>
          <p:spPr>
            <a:xfrm flipV="1">
              <a:off x="2990993" y="5023205"/>
              <a:ext cx="541687" cy="3809"/>
            </a:xfrm>
            <a:prstGeom prst="line">
              <a:avLst/>
            </a:prstGeom>
            <a:ln w="38100"/>
          </p:spPr>
          <p:style>
            <a:lnRef idx="1">
              <a:schemeClr val="dk1"/>
            </a:lnRef>
            <a:fillRef idx="0">
              <a:schemeClr val="dk1"/>
            </a:fillRef>
            <a:effectRef idx="0">
              <a:schemeClr val="dk1"/>
            </a:effectRef>
            <a:fontRef idx="minor">
              <a:schemeClr val="tx1"/>
            </a:fontRef>
          </p:style>
        </p:cxnSp>
        <p:cxnSp>
          <p:nvCxnSpPr>
            <p:cNvPr id="24" name="Straight Connector 23"/>
            <p:cNvCxnSpPr>
              <a:stCxn id="25" idx="3"/>
              <a:endCxn id="26" idx="2"/>
            </p:cNvCxnSpPr>
            <p:nvPr/>
          </p:nvCxnSpPr>
          <p:spPr>
            <a:xfrm flipV="1">
              <a:off x="5631628" y="5020330"/>
              <a:ext cx="535152" cy="2875"/>
            </a:xfrm>
            <a:prstGeom prst="line">
              <a:avLst/>
            </a:prstGeom>
            <a:ln w="38100"/>
          </p:spPr>
          <p:style>
            <a:lnRef idx="1">
              <a:schemeClr val="dk1"/>
            </a:lnRef>
            <a:fillRef idx="0">
              <a:schemeClr val="dk1"/>
            </a:fillRef>
            <a:effectRef idx="0">
              <a:schemeClr val="dk1"/>
            </a:effectRef>
            <a:fontRef idx="minor">
              <a:schemeClr val="tx1"/>
            </a:fontRef>
          </p:style>
        </p:cxnSp>
        <p:sp>
          <p:nvSpPr>
            <p:cNvPr id="25" name="AutoShape 15"/>
            <p:cNvSpPr>
              <a:spLocks noChangeArrowheads="1"/>
            </p:cNvSpPr>
            <p:nvPr/>
          </p:nvSpPr>
          <p:spPr bwMode="auto">
            <a:xfrm>
              <a:off x="3532680" y="4677878"/>
              <a:ext cx="2098948" cy="690654"/>
            </a:xfrm>
            <a:prstGeom prst="roundRect">
              <a:avLst>
                <a:gd name="adj" fmla="val 16667"/>
              </a:avLst>
            </a:prstGeom>
            <a:gradFill rotWithShape="1">
              <a:gsLst>
                <a:gs pos="0">
                  <a:srgbClr val="00CC00"/>
                </a:gs>
                <a:gs pos="100000">
                  <a:srgbClr val="99FF99"/>
                </a:gs>
              </a:gsLst>
              <a:lin ang="5400000" scaled="1"/>
            </a:gradFill>
            <a:ln w="19050" algn="ctr">
              <a:noFill/>
              <a:round/>
              <a:headEnd/>
              <a:tailEnd/>
            </a:ln>
          </p:spPr>
          <p:txBody>
            <a:bodyPr wrap="none" anchor="ctr"/>
            <a:lstStyle/>
            <a:p>
              <a:pPr algn="ctr"/>
              <a:r>
                <a:rPr lang="en-US" sz="2400" dirty="0">
                  <a:solidFill>
                    <a:srgbClr val="000000"/>
                  </a:solidFill>
                </a:rPr>
                <a:t>Role</a:t>
              </a:r>
            </a:p>
          </p:txBody>
        </p:sp>
        <p:sp>
          <p:nvSpPr>
            <p:cNvPr id="26" name="Oval 16"/>
            <p:cNvSpPr>
              <a:spLocks noChangeArrowheads="1"/>
            </p:cNvSpPr>
            <p:nvPr/>
          </p:nvSpPr>
          <p:spPr bwMode="auto">
            <a:xfrm>
              <a:off x="6166780" y="4457760"/>
              <a:ext cx="1210036" cy="1125140"/>
            </a:xfrm>
            <a:prstGeom prst="ellipse">
              <a:avLst/>
            </a:prstGeom>
            <a:gradFill rotWithShape="1">
              <a:gsLst>
                <a:gs pos="0">
                  <a:srgbClr val="FFFF00"/>
                </a:gs>
                <a:gs pos="100000">
                  <a:srgbClr val="FFFF99"/>
                </a:gs>
              </a:gsLst>
              <a:lin ang="5400000" scaled="1"/>
            </a:gradFill>
            <a:ln w="19050" algn="ctr">
              <a:noFill/>
              <a:round/>
              <a:headEnd/>
              <a:tailEnd/>
            </a:ln>
          </p:spPr>
          <p:txBody>
            <a:bodyPr wrap="none" anchor="ctr"/>
            <a:lstStyle/>
            <a:p>
              <a:pPr algn="ctr"/>
              <a:r>
                <a:rPr lang="en-US" sz="2000" dirty="0">
                  <a:solidFill>
                    <a:srgbClr val="000000"/>
                  </a:solidFill>
                </a:rPr>
                <a:t>Target</a:t>
              </a:r>
            </a:p>
            <a:p>
              <a:pPr algn="ctr"/>
              <a:r>
                <a:rPr lang="en-US" sz="2000" dirty="0">
                  <a:solidFill>
                    <a:srgbClr val="000000"/>
                  </a:solidFill>
                </a:rPr>
                <a:t>Users</a:t>
              </a:r>
            </a:p>
          </p:txBody>
        </p:sp>
      </p:grpSp>
    </p:spTree>
    <p:extLst>
      <p:ext uri="{BB962C8B-B14F-4D97-AF65-F5344CB8AC3E}">
        <p14:creationId xmlns:p14="http://schemas.microsoft.com/office/powerpoint/2010/main" val="329432308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Granting Role to Users</a:t>
            </a:r>
          </a:p>
        </p:txBody>
      </p:sp>
      <p:grpSp>
        <p:nvGrpSpPr>
          <p:cNvPr id="2" name="Group 3"/>
          <p:cNvGrpSpPr/>
          <p:nvPr/>
        </p:nvGrpSpPr>
        <p:grpSpPr>
          <a:xfrm>
            <a:off x="5251144" y="1108523"/>
            <a:ext cx="3617913" cy="748749"/>
            <a:chOff x="4254418" y="1307465"/>
            <a:chExt cx="4303713" cy="866775"/>
          </a:xfrm>
        </p:grpSpPr>
        <p:sp>
          <p:nvSpPr>
            <p:cNvPr id="10" name="AutoShape 14"/>
            <p:cNvSpPr>
              <a:spLocks noChangeArrowheads="1"/>
            </p:cNvSpPr>
            <p:nvPr/>
          </p:nvSpPr>
          <p:spPr bwMode="auto">
            <a:xfrm>
              <a:off x="4254418" y="1307465"/>
              <a:ext cx="4303713" cy="866775"/>
            </a:xfrm>
            <a:prstGeom prst="roundRect">
              <a:avLst>
                <a:gd name="adj" fmla="val 16667"/>
              </a:avLst>
            </a:prstGeom>
            <a:gradFill rotWithShape="1">
              <a:gsLst>
                <a:gs pos="0">
                  <a:srgbClr val="6666FF"/>
                </a:gs>
                <a:gs pos="100000">
                  <a:srgbClr val="6699FF"/>
                </a:gs>
              </a:gsLst>
              <a:lin ang="5400000" scaled="1"/>
            </a:gradFill>
            <a:ln w="12700" algn="ctr">
              <a:noFill/>
              <a:round/>
              <a:headEnd/>
              <a:tailEnd/>
            </a:ln>
          </p:spPr>
          <p:txBody>
            <a:bodyPr wrap="none" anchor="ctr"/>
            <a:lstStyle/>
            <a:p>
              <a:endParaRPr lang="en-US"/>
            </a:p>
          </p:txBody>
        </p:sp>
        <p:sp>
          <p:nvSpPr>
            <p:cNvPr id="11" name="Oval 16"/>
            <p:cNvSpPr>
              <a:spLocks noChangeArrowheads="1"/>
            </p:cNvSpPr>
            <p:nvPr/>
          </p:nvSpPr>
          <p:spPr bwMode="auto">
            <a:xfrm>
              <a:off x="7459581" y="1313837"/>
              <a:ext cx="825500" cy="711200"/>
            </a:xfrm>
            <a:prstGeom prst="ellipse">
              <a:avLst/>
            </a:prstGeom>
            <a:gradFill rotWithShape="1">
              <a:gsLst>
                <a:gs pos="0">
                  <a:srgbClr val="FFFF00"/>
                </a:gs>
                <a:gs pos="100000">
                  <a:srgbClr val="FFFF99"/>
                </a:gs>
              </a:gsLst>
              <a:lin ang="5400000" scaled="1"/>
            </a:gradFill>
            <a:ln w="19050" algn="ctr">
              <a:noFill/>
              <a:round/>
              <a:headEnd/>
              <a:tailEnd/>
            </a:ln>
          </p:spPr>
          <p:txBody>
            <a:bodyPr wrap="none" anchor="ctr"/>
            <a:lstStyle/>
            <a:p>
              <a:pPr algn="ctr"/>
              <a:r>
                <a:rPr lang="en-US" sz="1400" b="0" dirty="0"/>
                <a:t>Target</a:t>
              </a:r>
            </a:p>
            <a:p>
              <a:pPr algn="ctr"/>
              <a:r>
                <a:rPr lang="en-US" sz="1400" b="0" dirty="0"/>
                <a:t>Users</a:t>
              </a:r>
            </a:p>
          </p:txBody>
        </p:sp>
        <p:sp>
          <p:nvSpPr>
            <p:cNvPr id="13" name="Oval 17"/>
            <p:cNvSpPr>
              <a:spLocks noChangeArrowheads="1"/>
            </p:cNvSpPr>
            <p:nvPr/>
          </p:nvSpPr>
          <p:spPr bwMode="auto">
            <a:xfrm>
              <a:off x="4508418" y="1321775"/>
              <a:ext cx="825500" cy="709612"/>
            </a:xfrm>
            <a:prstGeom prst="ellipse">
              <a:avLst/>
            </a:prstGeom>
            <a:gradFill rotWithShape="1">
              <a:gsLst>
                <a:gs pos="0">
                  <a:srgbClr val="FFFF00"/>
                </a:gs>
                <a:gs pos="100000">
                  <a:srgbClr val="FFFF99"/>
                </a:gs>
              </a:gsLst>
              <a:lin ang="5400000" scaled="1"/>
            </a:gradFill>
            <a:ln w="19050" algn="ctr">
              <a:noFill/>
              <a:round/>
              <a:headEnd/>
              <a:tailEnd/>
            </a:ln>
          </p:spPr>
          <p:txBody>
            <a:bodyPr wrap="none" anchor="ctr"/>
            <a:lstStyle/>
            <a:p>
              <a:pPr algn="ctr"/>
              <a:r>
                <a:rPr lang="en-US" sz="1400" b="0" dirty="0"/>
                <a:t>Granted</a:t>
              </a:r>
            </a:p>
            <a:p>
              <a:pPr algn="ctr"/>
              <a:r>
                <a:rPr lang="en-US" sz="1400" dirty="0"/>
                <a:t>Users</a:t>
              </a:r>
              <a:endParaRPr lang="en-US" sz="1400" b="0" dirty="0"/>
            </a:p>
          </p:txBody>
        </p:sp>
        <p:sp>
          <p:nvSpPr>
            <p:cNvPr id="14" name="Line 18"/>
            <p:cNvSpPr>
              <a:spLocks noChangeShapeType="1"/>
            </p:cNvSpPr>
            <p:nvPr/>
          </p:nvSpPr>
          <p:spPr bwMode="auto">
            <a:xfrm flipV="1">
              <a:off x="5343443" y="1691662"/>
              <a:ext cx="341313" cy="0"/>
            </a:xfrm>
            <a:prstGeom prst="line">
              <a:avLst/>
            </a:prstGeom>
            <a:noFill/>
            <a:ln w="25400">
              <a:solidFill>
                <a:schemeClr val="tx1"/>
              </a:solidFill>
              <a:round/>
              <a:headEnd/>
              <a:tailEnd/>
            </a:ln>
          </p:spPr>
          <p:txBody>
            <a:bodyPr wrap="none" anchor="ctr"/>
            <a:lstStyle/>
            <a:p>
              <a:endParaRPr lang="en-US"/>
            </a:p>
          </p:txBody>
        </p:sp>
        <p:sp>
          <p:nvSpPr>
            <p:cNvPr id="15" name="Line 19"/>
            <p:cNvSpPr>
              <a:spLocks noChangeShapeType="1"/>
            </p:cNvSpPr>
            <p:nvPr/>
          </p:nvSpPr>
          <p:spPr bwMode="auto">
            <a:xfrm flipV="1">
              <a:off x="7108743" y="1677375"/>
              <a:ext cx="342900" cy="0"/>
            </a:xfrm>
            <a:prstGeom prst="line">
              <a:avLst/>
            </a:prstGeom>
            <a:noFill/>
            <a:ln w="25400">
              <a:solidFill>
                <a:schemeClr val="tx1"/>
              </a:solidFill>
              <a:round/>
              <a:headEnd/>
              <a:tailEnd/>
            </a:ln>
          </p:spPr>
          <p:txBody>
            <a:bodyPr wrap="none" anchor="ctr"/>
            <a:lstStyle/>
            <a:p>
              <a:endParaRPr lang="en-US"/>
            </a:p>
          </p:txBody>
        </p:sp>
        <p:sp>
          <p:nvSpPr>
            <p:cNvPr id="12" name="AutoShape 15"/>
            <p:cNvSpPr>
              <a:spLocks noChangeArrowheads="1"/>
            </p:cNvSpPr>
            <p:nvPr/>
          </p:nvSpPr>
          <p:spPr bwMode="auto">
            <a:xfrm>
              <a:off x="5676818" y="1455125"/>
              <a:ext cx="1431925" cy="436562"/>
            </a:xfrm>
            <a:prstGeom prst="roundRect">
              <a:avLst>
                <a:gd name="adj" fmla="val 16667"/>
              </a:avLst>
            </a:prstGeom>
            <a:gradFill rotWithShape="1">
              <a:gsLst>
                <a:gs pos="0">
                  <a:srgbClr val="00CC00"/>
                </a:gs>
                <a:gs pos="100000">
                  <a:srgbClr val="99FF99"/>
                </a:gs>
              </a:gsLst>
              <a:lin ang="5400000" scaled="1"/>
            </a:gradFill>
            <a:ln w="19050" algn="ctr">
              <a:noFill/>
              <a:round/>
              <a:headEnd/>
              <a:tailEnd/>
            </a:ln>
          </p:spPr>
          <p:txBody>
            <a:bodyPr wrap="none" anchor="ctr"/>
            <a:lstStyle/>
            <a:p>
              <a:pPr algn="ctr"/>
              <a:r>
                <a:rPr lang="en-US" sz="1400" b="0" dirty="0"/>
                <a:t>Manager Role</a:t>
              </a:r>
            </a:p>
          </p:txBody>
        </p:sp>
      </p:grpSp>
      <p:pic>
        <p:nvPicPr>
          <p:cNvPr id="16"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91881" y="1108523"/>
            <a:ext cx="4799137" cy="711960"/>
          </a:xfrm>
          <a:ln>
            <a:solidFill>
              <a:schemeClr val="bg1">
                <a:lumMod val="50000"/>
              </a:schemeClr>
            </a:solidFill>
          </a:ln>
        </p:spPr>
      </p:pic>
      <p:sp>
        <p:nvSpPr>
          <p:cNvPr id="17" name="Rectangle 16"/>
          <p:cNvSpPr/>
          <p:nvPr/>
        </p:nvSpPr>
        <p:spPr>
          <a:xfrm>
            <a:off x="332826" y="1527161"/>
            <a:ext cx="347527" cy="20975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rgbClr val="FFFFFF"/>
              </a:solidFill>
              <a:latin typeface="Arial" pitchFamily="34" charset="0"/>
              <a:cs typeface="Arial" pitchFamily="34" charset="0"/>
            </a:endParaRPr>
          </a:p>
        </p:txBody>
      </p:sp>
      <p:pic>
        <p:nvPicPr>
          <p:cNvPr id="25" name="Picture 24"/>
          <p:cNvPicPr/>
          <p:nvPr/>
        </p:nvPicPr>
        <p:blipFill>
          <a:blip r:embed="rId4" cstate="print"/>
          <a:srcRect b="10433"/>
          <a:stretch>
            <a:fillRect/>
          </a:stretch>
        </p:blipFill>
        <p:spPr bwMode="auto">
          <a:xfrm>
            <a:off x="1119587" y="2366766"/>
            <a:ext cx="6305550" cy="3318647"/>
          </a:xfrm>
          <a:prstGeom prst="rect">
            <a:avLst/>
          </a:prstGeom>
          <a:ln w="12700">
            <a:solidFill>
              <a:schemeClr val="bg1">
                <a:lumMod val="50000"/>
              </a:schemeClr>
            </a:solidFill>
          </a:ln>
        </p:spPr>
      </p:pic>
      <p:sp>
        <p:nvSpPr>
          <p:cNvPr id="22" name="Rectangle 21"/>
          <p:cNvSpPr/>
          <p:nvPr/>
        </p:nvSpPr>
        <p:spPr>
          <a:xfrm>
            <a:off x="5238951" y="3191864"/>
            <a:ext cx="846521" cy="28529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bg1"/>
              </a:solidFill>
              <a:latin typeface="Arial" pitchFamily="34" charset="0"/>
              <a:cs typeface="Arial" pitchFamily="34" charset="0"/>
            </a:endParaRPr>
          </a:p>
        </p:txBody>
      </p:sp>
      <p:sp>
        <p:nvSpPr>
          <p:cNvPr id="23" name="Rectangle 22"/>
          <p:cNvSpPr/>
          <p:nvPr/>
        </p:nvSpPr>
        <p:spPr>
          <a:xfrm>
            <a:off x="5772190" y="5297425"/>
            <a:ext cx="848065" cy="28529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bg1"/>
              </a:solidFill>
              <a:latin typeface="Arial" pitchFamily="34" charset="0"/>
              <a:cs typeface="Arial" pitchFamily="34" charset="0"/>
            </a:endParaRPr>
          </a:p>
        </p:txBody>
      </p:sp>
      <p:cxnSp>
        <p:nvCxnSpPr>
          <p:cNvPr id="18" name="Straight Arrow Connector 17"/>
          <p:cNvCxnSpPr/>
          <p:nvPr/>
        </p:nvCxnSpPr>
        <p:spPr>
          <a:xfrm flipH="1">
            <a:off x="5991367" y="1857272"/>
            <a:ext cx="2301174" cy="2507464"/>
          </a:xfrm>
          <a:prstGeom prst="straightConnector1">
            <a:avLst/>
          </a:prstGeom>
          <a:ln w="571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4608576" y="1857272"/>
            <a:ext cx="1200772" cy="922504"/>
          </a:xfrm>
          <a:prstGeom prst="straightConnector1">
            <a:avLst/>
          </a:prstGeom>
          <a:ln w="571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650630" y="3191864"/>
            <a:ext cx="1218427" cy="1323439"/>
          </a:xfrm>
          <a:prstGeom prst="rect">
            <a:avLst/>
          </a:prstGeom>
          <a:noFill/>
        </p:spPr>
        <p:txBody>
          <a:bodyPr wrap="square" rtlCol="0">
            <a:spAutoFit/>
          </a:bodyPr>
          <a:lstStyle/>
          <a:p>
            <a:r>
              <a:rPr lang="en-US" sz="1600" dirty="0">
                <a:cs typeface="Arial" pitchFamily="34" charset="0"/>
              </a:rPr>
              <a:t>Click the </a:t>
            </a:r>
            <a:r>
              <a:rPr lang="en-US" sz="1600" b="1" dirty="0">
                <a:cs typeface="Arial" pitchFamily="34" charset="0"/>
              </a:rPr>
              <a:t>Select</a:t>
            </a:r>
            <a:r>
              <a:rPr lang="en-US" sz="1600" dirty="0">
                <a:cs typeface="Arial" pitchFamily="34" charset="0"/>
              </a:rPr>
              <a:t> button to add the groups</a:t>
            </a:r>
          </a:p>
        </p:txBody>
      </p:sp>
    </p:spTree>
    <p:extLst>
      <p:ext uri="{BB962C8B-B14F-4D97-AF65-F5344CB8AC3E}">
        <p14:creationId xmlns:p14="http://schemas.microsoft.com/office/powerpoint/2010/main" val="301679921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C6ACF-6909-4039-9D0A-F992A0BFD444}"/>
              </a:ext>
            </a:extLst>
          </p:cNvPr>
          <p:cNvSpPr>
            <a:spLocks noGrp="1"/>
          </p:cNvSpPr>
          <p:nvPr>
            <p:ph type="title"/>
          </p:nvPr>
        </p:nvSpPr>
        <p:spPr/>
        <p:txBody>
          <a:bodyPr/>
          <a:lstStyle/>
          <a:p>
            <a:r>
              <a:rPr lang="en-US" dirty="0"/>
              <a:t>Best Practices for RBP</a:t>
            </a:r>
          </a:p>
        </p:txBody>
      </p:sp>
      <p:pic>
        <p:nvPicPr>
          <p:cNvPr id="4" name="Content Placeholder 3">
            <a:extLst>
              <a:ext uri="{FF2B5EF4-FFF2-40B4-BE49-F238E27FC236}">
                <a16:creationId xmlns:a16="http://schemas.microsoft.com/office/drawing/2014/main" id="{BEE642A2-8D33-4571-BB82-CB7F6AEBDAC8}"/>
              </a:ext>
            </a:extLst>
          </p:cNvPr>
          <p:cNvPicPr>
            <a:picLocks noGrp="1" noChangeAspect="1"/>
          </p:cNvPicPr>
          <p:nvPr>
            <p:ph idx="1"/>
          </p:nvPr>
        </p:nvPicPr>
        <p:blipFill>
          <a:blip r:embed="rId2"/>
          <a:stretch>
            <a:fillRect/>
          </a:stretch>
        </p:blipFill>
        <p:spPr>
          <a:xfrm>
            <a:off x="650930" y="1300163"/>
            <a:ext cx="6916554" cy="4976651"/>
          </a:xfrm>
          <a:prstGeom prst="rect">
            <a:avLst/>
          </a:prstGeom>
        </p:spPr>
      </p:pic>
    </p:spTree>
    <p:extLst>
      <p:ext uri="{BB962C8B-B14F-4D97-AF65-F5344CB8AC3E}">
        <p14:creationId xmlns:p14="http://schemas.microsoft.com/office/powerpoint/2010/main" val="2753069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A3275-98DF-4DA9-B268-5AC0BECEC23C}"/>
              </a:ext>
            </a:extLst>
          </p:cNvPr>
          <p:cNvSpPr>
            <a:spLocks noGrp="1"/>
          </p:cNvSpPr>
          <p:nvPr>
            <p:ph type="title"/>
          </p:nvPr>
        </p:nvSpPr>
        <p:spPr/>
        <p:txBody>
          <a:bodyPr/>
          <a:lstStyle/>
          <a:p>
            <a:r>
              <a:rPr lang="en-US" dirty="0"/>
              <a:t>Best Practices for RBP cont.</a:t>
            </a:r>
          </a:p>
        </p:txBody>
      </p:sp>
      <p:pic>
        <p:nvPicPr>
          <p:cNvPr id="4" name="Content Placeholder 3">
            <a:extLst>
              <a:ext uri="{FF2B5EF4-FFF2-40B4-BE49-F238E27FC236}">
                <a16:creationId xmlns:a16="http://schemas.microsoft.com/office/drawing/2014/main" id="{270C353B-501D-4593-B7C0-5F10E1ACED23}"/>
              </a:ext>
            </a:extLst>
          </p:cNvPr>
          <p:cNvPicPr>
            <a:picLocks noGrp="1" noChangeAspect="1"/>
          </p:cNvPicPr>
          <p:nvPr>
            <p:ph idx="1"/>
          </p:nvPr>
        </p:nvPicPr>
        <p:blipFill>
          <a:blip r:embed="rId2"/>
          <a:stretch>
            <a:fillRect/>
          </a:stretch>
        </p:blipFill>
        <p:spPr>
          <a:xfrm>
            <a:off x="852407" y="1300163"/>
            <a:ext cx="6756797" cy="4999898"/>
          </a:xfrm>
          <a:prstGeom prst="rect">
            <a:avLst/>
          </a:prstGeom>
        </p:spPr>
      </p:pic>
    </p:spTree>
    <p:extLst>
      <p:ext uri="{BB962C8B-B14F-4D97-AF65-F5344CB8AC3E}">
        <p14:creationId xmlns:p14="http://schemas.microsoft.com/office/powerpoint/2010/main" val="3630880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5653548" y="2474452"/>
            <a:ext cx="184666" cy="369332"/>
          </a:xfrm>
          <a:prstGeom prst="rect">
            <a:avLst/>
          </a:prstGeom>
          <a:noFill/>
        </p:spPr>
        <p:txBody>
          <a:bodyPr wrap="none" rtlCol="0">
            <a:spAutoFit/>
          </a:bodyPr>
          <a:lstStyle/>
          <a:p>
            <a:endParaRPr lang="en-US"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3728832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Office Theme">
  <a:themeElements>
    <a:clrScheme name="SuccessFactors">
      <a:dk1>
        <a:srgbClr val="000000"/>
      </a:dk1>
      <a:lt1>
        <a:srgbClr val="FFFFFF"/>
      </a:lt1>
      <a:dk2>
        <a:srgbClr val="F3901D"/>
      </a:dk2>
      <a:lt2>
        <a:srgbClr val="FFCF01"/>
      </a:lt2>
      <a:accent1>
        <a:srgbClr val="0096D6"/>
      </a:accent1>
      <a:accent2>
        <a:srgbClr val="56C3F4"/>
      </a:accent2>
      <a:accent3>
        <a:srgbClr val="00B274"/>
      </a:accent3>
      <a:accent4>
        <a:srgbClr val="7AC143"/>
      </a:accent4>
      <a:accent5>
        <a:srgbClr val="888888"/>
      </a:accent5>
      <a:accent6>
        <a:srgbClr val="DA1A32"/>
      </a:accent6>
      <a:hlink>
        <a:srgbClr val="DA1A32"/>
      </a:hlink>
      <a:folHlink>
        <a:srgbClr val="F3901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tlCol="0" anchor="ctr"/>
      <a:lstStyle>
        <a:defPPr algn="ctr">
          <a:defRPr sz="1100" dirty="0">
            <a:solidFill>
              <a:schemeClr val="bg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1100" dirty="0"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1_Office Theme">
  <a:themeElements>
    <a:clrScheme name="SuccessFactors">
      <a:dk1>
        <a:srgbClr val="000000"/>
      </a:dk1>
      <a:lt1>
        <a:srgbClr val="FFFFFF"/>
      </a:lt1>
      <a:dk2>
        <a:srgbClr val="F3901D"/>
      </a:dk2>
      <a:lt2>
        <a:srgbClr val="FFCF01"/>
      </a:lt2>
      <a:accent1>
        <a:srgbClr val="0096D6"/>
      </a:accent1>
      <a:accent2>
        <a:srgbClr val="56C3F4"/>
      </a:accent2>
      <a:accent3>
        <a:srgbClr val="00B274"/>
      </a:accent3>
      <a:accent4>
        <a:srgbClr val="7AC143"/>
      </a:accent4>
      <a:accent5>
        <a:srgbClr val="888888"/>
      </a:accent5>
      <a:accent6>
        <a:srgbClr val="DA1A32"/>
      </a:accent6>
      <a:hlink>
        <a:srgbClr val="DA1A32"/>
      </a:hlink>
      <a:folHlink>
        <a:srgbClr val="F3901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tlCol="0" anchor="ctr"/>
      <a:lstStyle>
        <a:defPPr algn="ctr">
          <a:defRPr sz="1100" dirty="0">
            <a:solidFill>
              <a:schemeClr val="bg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1100" dirty="0" smtClean="0">
            <a:latin typeface="Arial" pitchFamily="34" charset="0"/>
            <a:cs typeface="Arial" pitchFamily="34"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350688A88F57D469BD3F06F9E229938" ma:contentTypeVersion="1" ma:contentTypeDescription="Create a new document." ma:contentTypeScope="" ma:versionID="170a9ead41745556d4bce6b5c82b5502">
  <xsd:schema xmlns:xsd="http://www.w3.org/2001/XMLSchema" xmlns:xs="http://www.w3.org/2001/XMLSchema" xmlns:p="http://schemas.microsoft.com/office/2006/metadata/properties" xmlns:ns1="http://schemas.microsoft.com/sharepoint/v3" targetNamespace="http://schemas.microsoft.com/office/2006/metadata/properties" ma:root="true" ma:fieldsID="66daa75ecd3774f080614d13bb10a532"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5A2A629-AE87-4593-AD17-B630D3587D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7A0AE23-DEFF-4911-9DE2-42EFBFA8D480}">
  <ds:schemaRefs>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BE23E81C-721A-4EC5-B72E-593C5BEB8B5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12285</TotalTime>
  <Words>985</Words>
  <Application>Microsoft Office PowerPoint</Application>
  <PresentationFormat>On-screen Show (4:3)</PresentationFormat>
  <Paragraphs>120</Paragraphs>
  <Slides>17</Slides>
  <Notes>14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17</vt:i4>
      </vt:variant>
    </vt:vector>
  </HeadingPairs>
  <TitlesOfParts>
    <vt:vector size="22" baseType="lpstr">
      <vt:lpstr>Arial</vt:lpstr>
      <vt:lpstr>Calibri</vt:lpstr>
      <vt:lpstr>Wingdings</vt:lpstr>
      <vt:lpstr>Office Theme</vt:lpstr>
      <vt:lpstr>1_Office Theme</vt:lpstr>
      <vt:lpstr>Role Based Permissions</vt:lpstr>
      <vt:lpstr>What are Role Based Permissions?</vt:lpstr>
      <vt:lpstr>Role Based Security Concepts</vt:lpstr>
      <vt:lpstr>Step 1: Create the Groups</vt:lpstr>
      <vt:lpstr>Managing Permission Groups</vt:lpstr>
      <vt:lpstr>Managing Permission Groups</vt:lpstr>
      <vt:lpstr>Managing Permission Groups</vt:lpstr>
      <vt:lpstr>Step 2: Create the Role</vt:lpstr>
      <vt:lpstr>Managing Permission Roles</vt:lpstr>
      <vt:lpstr>Manage Role-Based Permission Access</vt:lpstr>
      <vt:lpstr>Manage Role-Based Permission Access</vt:lpstr>
      <vt:lpstr>Set Permissions for the Profile</vt:lpstr>
      <vt:lpstr>Step 3: Grant the Role</vt:lpstr>
      <vt:lpstr>Granting Role to Users</vt:lpstr>
      <vt:lpstr>Best Practices for RBP</vt:lpstr>
      <vt:lpstr>Best Practices for RBP cont.</vt:lpstr>
      <vt:lpstr>PowerPoint Presentation</vt:lpstr>
    </vt:vector>
  </TitlesOfParts>
  <Manager>Manette Chadwick</Manager>
  <Company>SuccessFactors, An SAP Company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Mastery Training: Day 3 Check-in</dc:title>
  <dc:subject>Check-In Meeting, Day 3</dc:subject>
  <dc:creator>Alice Kowalski</dc:creator>
  <cp:lastModifiedBy>Spencer Lo</cp:lastModifiedBy>
  <cp:revision>462</cp:revision>
  <dcterms:created xsi:type="dcterms:W3CDTF">2012-04-30T20:37:41Z</dcterms:created>
  <dcterms:modified xsi:type="dcterms:W3CDTF">2020-04-21T14:56:38Z</dcterms:modified>
  <cp:category>Mastery Training</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0x0101009350688A88F57D469BD3F06F9E229938</vt:lpwstr>
  </property>
</Properties>
</file>