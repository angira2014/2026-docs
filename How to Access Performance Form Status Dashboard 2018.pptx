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59" r:id="rId2"/>
    <p:sldId id="360" r:id="rId3"/>
    <p:sldId id="361" r:id="rId4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1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6" autoAdjust="0"/>
    <p:restoredTop sz="91575" autoAdjust="0"/>
  </p:normalViewPr>
  <p:slideViewPr>
    <p:cSldViewPr>
      <p:cViewPr varScale="1">
        <p:scale>
          <a:sx n="83" d="100"/>
          <a:sy n="83" d="100"/>
        </p:scale>
        <p:origin x="172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30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2424"/>
    </p:cViewPr>
  </p:sorterViewPr>
  <p:notesViewPr>
    <p:cSldViewPr>
      <p:cViewPr>
        <p:scale>
          <a:sx n="100" d="100"/>
          <a:sy n="100" d="100"/>
        </p:scale>
        <p:origin x="-972" y="792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3043026" cy="466884"/>
          </a:xfrm>
          <a:prstGeom prst="rect">
            <a:avLst/>
          </a:prstGeom>
        </p:spPr>
        <p:txBody>
          <a:bodyPr vert="horz" lIns="91431" tIns="45717" rIns="91431" bIns="4571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488" y="4"/>
            <a:ext cx="3043026" cy="466884"/>
          </a:xfrm>
          <a:prstGeom prst="rect">
            <a:avLst/>
          </a:prstGeom>
        </p:spPr>
        <p:txBody>
          <a:bodyPr vert="horz" lIns="91431" tIns="45717" rIns="91431" bIns="45717" rtlCol="0"/>
          <a:lstStyle>
            <a:lvl1pPr algn="r">
              <a:defRPr sz="1200"/>
            </a:lvl1pPr>
          </a:lstStyle>
          <a:p>
            <a:fld id="{D11DC9E2-BA03-FD47-88D1-B77A2C547D66}" type="datetimeFigureOut">
              <a:rPr lang="en-US" smtClean="0"/>
              <a:t>1/24/2019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7638" y="1163638"/>
            <a:ext cx="4187825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7" rIns="91431" bIns="4571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9868"/>
            <a:ext cx="5619115" cy="3665201"/>
          </a:xfrm>
          <a:prstGeom prst="rect">
            <a:avLst/>
          </a:prstGeom>
        </p:spPr>
        <p:txBody>
          <a:bodyPr vert="horz" lIns="91431" tIns="45717" rIns="91431" bIns="4571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8842218"/>
            <a:ext cx="3043026" cy="466884"/>
          </a:xfrm>
          <a:prstGeom prst="rect">
            <a:avLst/>
          </a:prstGeom>
        </p:spPr>
        <p:txBody>
          <a:bodyPr vert="horz" lIns="91431" tIns="45717" rIns="91431" bIns="4571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488" y="8842218"/>
            <a:ext cx="3043026" cy="466884"/>
          </a:xfrm>
          <a:prstGeom prst="rect">
            <a:avLst/>
          </a:prstGeom>
        </p:spPr>
        <p:txBody>
          <a:bodyPr vert="horz" lIns="91431" tIns="45717" rIns="91431" bIns="45717" rtlCol="0" anchor="b"/>
          <a:lstStyle>
            <a:lvl1pPr algn="r">
              <a:defRPr sz="1200"/>
            </a:lvl1pPr>
          </a:lstStyle>
          <a:p>
            <a:fld id="{C4A9BBAE-5E6F-8744-B2EA-960C8F15E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06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08062"/>
            <a:ext cx="6400800" cy="15616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7C0824A5-A6F9-4A36-8C5E-BA820E53914F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05CE2A83-91A9-4F57-9507-08CC98D456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62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914400"/>
            <a:ext cx="91440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328738"/>
            <a:ext cx="8229600" cy="4525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78018069-736A-4026-9EBC-83723D16A443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F3DAE568-4BDF-4AD4-9BDF-904A23BE68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297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1C0DC1B2-9FBF-4DA0-976D-A62E40B8ADDA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9AA00F46-62C8-4D07-9F34-114C547AF7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72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655A1FA2-A001-448A-87B3-D4B115896285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A98738DD-0A7F-4C2D-A5D9-2EC6499BC1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091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34A69BBE-83A3-465B-AD27-E4FA4DBA2621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BB745658-D104-4EB2-8D28-E71399461EC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8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FEFE18F4-6F5E-4437-AF1D-5DA75E53C6E0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E6D36319-10B5-45D8-AC71-6918F3EA68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5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1E46D604-D068-4B60-B33E-77FE50DADA71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A8DE7035-338D-4A84-AF29-AEFAB3EA40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91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1530F8F6-4822-40B0-8D87-03C47415FBA0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A3D6A8A9-262B-451D-A99F-509ACCBDCE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6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2BE3A0EF-0815-49A3-A976-9DFC8FC2D154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0A116CFE-C13A-44F5-8182-4B9F6CADE6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19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91CDA71F-3DDD-4971-ABDD-77158D766440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BD199361-0396-4EEB-AC94-D28AEEFC99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694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3ABAD580-C6B2-4892-B52A-89FA576A21AB}" type="datetime1">
              <a:rPr lang="en-US" smtClean="0"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i="1">
                <a:latin typeface="Arial" charset="0"/>
              </a:defRPr>
            </a:lvl1pPr>
          </a:lstStyle>
          <a:p>
            <a:pPr>
              <a:defRPr/>
            </a:pPr>
            <a:fld id="{471D232B-0482-46F5-B635-FDCF7BA257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2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7" descr="Untitled.png"/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-1"/>
            <a:ext cx="9144000" cy="895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-1143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84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287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i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 defTabSz="457200">
              <a:defRPr/>
            </a:pPr>
            <a:fld id="{F521DC97-1688-4C3D-BE63-9EDA3CFD1675}" type="datetime1">
              <a:rPr lang="en-US" smtClean="0">
                <a:ea typeface="ＭＳ Ｐゴシック" pitchFamily="34" charset="-128"/>
              </a:rPr>
              <a:t>1/24/2019</a:t>
            </a:fld>
            <a:endParaRPr lang="en-US" dirty="0">
              <a:ea typeface="ＭＳ Ｐゴシック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i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 defTabSz="457200">
              <a:defRPr/>
            </a:pPr>
            <a:endParaRPr lang="en-US">
              <a:ea typeface="ＭＳ Ｐゴシック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i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 defTabSz="457200">
              <a:defRPr/>
            </a:pPr>
            <a:fld id="{ADF75EF1-040B-4DCD-A152-7FE0AC0A3C89}" type="slidenum">
              <a:rPr lang="en-US">
                <a:ea typeface="ＭＳ Ｐゴシック" pitchFamily="34" charset="-128"/>
              </a:rPr>
              <a:pPr defTabSz="457200">
                <a:defRPr/>
              </a:pPr>
              <a:t>‹#›</a:t>
            </a:fld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390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300">
          <a:solidFill>
            <a:schemeClr val="bg1"/>
          </a:solidFill>
          <a:latin typeface="Calibri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300">
          <a:solidFill>
            <a:schemeClr val="bg1"/>
          </a:solidFill>
          <a:latin typeface="Calibri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300">
          <a:solidFill>
            <a:schemeClr val="bg1"/>
          </a:solidFill>
          <a:latin typeface="Calibri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300">
          <a:solidFill>
            <a:schemeClr val="bg1"/>
          </a:solidFill>
          <a:latin typeface="Calibri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3300">
          <a:solidFill>
            <a:schemeClr val="bg1"/>
          </a:solidFill>
          <a:latin typeface="Calibri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3300">
          <a:solidFill>
            <a:schemeClr val="bg1"/>
          </a:solidFill>
          <a:latin typeface="Calibri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3300">
          <a:solidFill>
            <a:schemeClr val="bg1"/>
          </a:solidFill>
          <a:latin typeface="Calibri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33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DAE568-4BDF-4AD4-9BDF-904A23BE687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6200" y="850172"/>
            <a:ext cx="43497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Performance Form Status</a:t>
            </a:r>
          </a:p>
          <a:p>
            <a:endParaRPr lang="en-US" sz="1200" dirty="0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-114300"/>
            <a:ext cx="8229600" cy="1143000"/>
          </a:xfrm>
        </p:spPr>
        <p:txBody>
          <a:bodyPr/>
          <a:lstStyle/>
          <a:p>
            <a:r>
              <a:rPr lang="en-US" sz="2700" b="1" dirty="0"/>
              <a:t>How To: Access Performance Form Status Dashboard</a:t>
            </a:r>
          </a:p>
        </p:txBody>
      </p:sp>
      <p:cxnSp>
        <p:nvCxnSpPr>
          <p:cNvPr id="40" name="Straight Arrow Connector 39"/>
          <p:cNvCxnSpPr>
            <a:cxnSpLocks/>
          </p:cNvCxnSpPr>
          <p:nvPr/>
        </p:nvCxnSpPr>
        <p:spPr>
          <a:xfrm flipV="1">
            <a:off x="2716733" y="4948677"/>
            <a:ext cx="0" cy="59302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  <a:stCxn id="42" idx="1"/>
          </p:cNvCxnSpPr>
          <p:nvPr/>
        </p:nvCxnSpPr>
        <p:spPr>
          <a:xfrm flipH="1" flipV="1">
            <a:off x="4121964" y="4056479"/>
            <a:ext cx="395607" cy="8129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71B02D7E-5441-4272-A03E-ADFE94453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3" y="1283312"/>
            <a:ext cx="3948098" cy="138040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23173" y="1869811"/>
            <a:ext cx="55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4955BFF-2752-48DA-B7D0-BBE50D97E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743200"/>
            <a:ext cx="3913203" cy="220547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58076" t="31848" r="11025" b="3849"/>
          <a:stretch/>
        </p:blipFill>
        <p:spPr>
          <a:xfrm>
            <a:off x="1524000" y="2895600"/>
            <a:ext cx="2557848" cy="20116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667000" y="2752058"/>
            <a:ext cx="457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</a:t>
            </a:r>
            <a:endParaRPr lang="en-US" sz="32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714084" y="2909594"/>
            <a:ext cx="457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712719" y="4114800"/>
            <a:ext cx="457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b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10000" y="3962400"/>
            <a:ext cx="160856" cy="1145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502507" y="2697514"/>
            <a:ext cx="457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89625" y="3044445"/>
            <a:ext cx="275978" cy="108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63601" y="2092719"/>
            <a:ext cx="1031799" cy="5139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B26AC9-379D-4066-8838-133F14C4182A}"/>
              </a:ext>
            </a:extLst>
          </p:cNvPr>
          <p:cNvSpPr txBox="1"/>
          <p:nvPr/>
        </p:nvSpPr>
        <p:spPr>
          <a:xfrm>
            <a:off x="4425950" y="1249113"/>
            <a:ext cx="4169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Click on the Performance Form Status tile to view the individual report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67F558-A13B-4629-9C92-ACB3B0EF754C}"/>
              </a:ext>
            </a:extLst>
          </p:cNvPr>
          <p:cNvSpPr txBox="1"/>
          <p:nvPr/>
        </p:nvSpPr>
        <p:spPr>
          <a:xfrm>
            <a:off x="4425951" y="1921060"/>
            <a:ext cx="45656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400" dirty="0"/>
              <a:t>The Title will expand to show additional reporting features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400" dirty="0"/>
              <a:t>Click on an individual pieces of the graph to see the population  with a particular stage in the process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400" dirty="0"/>
              <a:t>Additional details about associates, that are in the same stage of the process, appears clicking on the graph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400" dirty="0"/>
              <a:t>Use the filter option to view a particular part of your team</a:t>
            </a:r>
          </a:p>
          <a:p>
            <a:pPr marL="800100" lvl="1" indent="-342900">
              <a:buFont typeface="+mj-lt"/>
              <a:buAutoNum type="alphaLcParenR"/>
            </a:pPr>
            <a:endParaRPr 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3FCF6A-94F4-443C-AB93-1A0E9E5F9901}"/>
              </a:ext>
            </a:extLst>
          </p:cNvPr>
          <p:cNvSpPr txBox="1"/>
          <p:nvPr/>
        </p:nvSpPr>
        <p:spPr>
          <a:xfrm>
            <a:off x="4517571" y="4254015"/>
            <a:ext cx="416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* Click the select all to view your entire team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6438E8-6823-4336-98B3-BF282FB05751}"/>
              </a:ext>
            </a:extLst>
          </p:cNvPr>
          <p:cNvSpPr txBox="1"/>
          <p:nvPr/>
        </p:nvSpPr>
        <p:spPr>
          <a:xfrm>
            <a:off x="4517571" y="4715538"/>
            <a:ext cx="434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* Click the download arrow to export the report to excel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77045F1-216F-4AB5-B1FD-DA0F86DDEBF5}"/>
              </a:ext>
            </a:extLst>
          </p:cNvPr>
          <p:cNvCxnSpPr>
            <a:cxnSpLocks/>
          </p:cNvCxnSpPr>
          <p:nvPr/>
        </p:nvCxnSpPr>
        <p:spPr>
          <a:xfrm flipH="1" flipV="1">
            <a:off x="4121338" y="3124200"/>
            <a:ext cx="450662" cy="11298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86E4F6E-63C5-4195-B6F4-73072DBEA7F9}"/>
              </a:ext>
            </a:extLst>
          </p:cNvPr>
          <p:cNvSpPr txBox="1"/>
          <p:nvPr/>
        </p:nvSpPr>
        <p:spPr>
          <a:xfrm>
            <a:off x="178773" y="5517663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Note: To pull up the associate’s performance form, click on any of the blue hyperlinks</a:t>
            </a:r>
          </a:p>
        </p:txBody>
      </p:sp>
    </p:spTree>
    <p:extLst>
      <p:ext uri="{BB962C8B-B14F-4D97-AF65-F5344CB8AC3E}">
        <p14:creationId xmlns:p14="http://schemas.microsoft.com/office/powerpoint/2010/main" val="408563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EDB26AC9-379D-4066-8838-133F14C4182A}"/>
              </a:ext>
            </a:extLst>
          </p:cNvPr>
          <p:cNvSpPr txBox="1"/>
          <p:nvPr/>
        </p:nvSpPr>
        <p:spPr>
          <a:xfrm>
            <a:off x="4355263" y="1066800"/>
            <a:ext cx="41692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Click on the filter button, use the filters to view a particular part of your team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400" dirty="0"/>
              <a:t>Starting from- make sure you have the option set to  </a:t>
            </a:r>
            <a:r>
              <a:rPr lang="en-US" sz="1400" b="1" dirty="0"/>
              <a:t>“Other Filters”</a:t>
            </a:r>
          </a:p>
          <a:p>
            <a:pPr marL="800100" lvl="1" indent="-342900">
              <a:buFont typeface="+mj-lt"/>
              <a:buAutoNum type="alphaL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Scroll down to the </a:t>
            </a:r>
            <a:r>
              <a:rPr lang="en-US" sz="1400" b="1" dirty="0"/>
              <a:t>Form Template Name </a:t>
            </a:r>
            <a:r>
              <a:rPr lang="en-US" sz="1400" dirty="0"/>
              <a:t>section</a:t>
            </a:r>
          </a:p>
          <a:p>
            <a:pPr marL="800100" lvl="1" indent="-342900">
              <a:buFont typeface="+mj-lt"/>
              <a:buAutoNum type="alphaLcPeriod" startAt="2"/>
            </a:pPr>
            <a:r>
              <a:rPr lang="en-US" sz="1400" dirty="0"/>
              <a:t>select the year of the form you wish to review </a:t>
            </a:r>
            <a:r>
              <a:rPr lang="en-US" sz="1400" b="1" dirty="0"/>
              <a:t>“2018 Performance” </a:t>
            </a:r>
            <a:r>
              <a:rPr lang="en-US" sz="1400" dirty="0"/>
              <a:t>and select done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Back on the options page select </a:t>
            </a:r>
            <a:r>
              <a:rPr lang="en-US" sz="1400" b="1" dirty="0"/>
              <a:t>“Apply Filters”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400" dirty="0"/>
              <a:t>You will now be able to see an updated view below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DAE568-4BDF-4AD4-9BDF-904A23BE687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6200" y="850172"/>
            <a:ext cx="434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Filter options</a:t>
            </a:r>
            <a:endParaRPr lang="en-US" sz="1200" b="1" i="1" dirty="0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-114300"/>
            <a:ext cx="8229600" cy="1143000"/>
          </a:xfrm>
        </p:spPr>
        <p:txBody>
          <a:bodyPr/>
          <a:lstStyle/>
          <a:p>
            <a:r>
              <a:rPr lang="en-US" sz="2700" b="1" dirty="0"/>
              <a:t>How To:  HR  Filters on Performance Form Status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4955BFF-2752-48DA-B7D0-BBE50D97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1" y="1247563"/>
            <a:ext cx="3913203" cy="220547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667000" y="2752058"/>
            <a:ext cx="457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</a:t>
            </a:r>
            <a:endParaRPr lang="en-US" sz="32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714084" y="2909594"/>
            <a:ext cx="457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550920" y="1386840"/>
            <a:ext cx="182881" cy="1911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502507" y="2697514"/>
            <a:ext cx="457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3FCF6A-94F4-443C-AB93-1A0E9E5F9901}"/>
              </a:ext>
            </a:extLst>
          </p:cNvPr>
          <p:cNvSpPr txBox="1"/>
          <p:nvPr/>
        </p:nvSpPr>
        <p:spPr>
          <a:xfrm>
            <a:off x="455773" y="6094740"/>
            <a:ext cx="5335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Note: All other filters options can be set to “All values are selected”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77045F1-216F-4AB5-B1FD-DA0F86DDEBF5}"/>
              </a:ext>
            </a:extLst>
          </p:cNvPr>
          <p:cNvCxnSpPr>
            <a:cxnSpLocks/>
          </p:cNvCxnSpPr>
          <p:nvPr/>
        </p:nvCxnSpPr>
        <p:spPr>
          <a:xfrm flipH="1">
            <a:off x="3268908" y="1555558"/>
            <a:ext cx="261724" cy="3255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8B2BF8E-99EF-46C0-B6A9-1432F2F7BB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929" b="17945"/>
          <a:stretch/>
        </p:blipFill>
        <p:spPr>
          <a:xfrm>
            <a:off x="152400" y="2639866"/>
            <a:ext cx="3924157" cy="71004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135DA5C-5A89-43C9-A8E3-D00EF3FCCFF8}"/>
              </a:ext>
            </a:extLst>
          </p:cNvPr>
          <p:cNvSpPr/>
          <p:nvPr/>
        </p:nvSpPr>
        <p:spPr>
          <a:xfrm>
            <a:off x="229957" y="3012361"/>
            <a:ext cx="1217504" cy="2979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E1B7F0-1C53-4DE6-8487-83D5DBE6D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6" y="3764409"/>
            <a:ext cx="2597287" cy="1903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0" name="Straight Arrow Connector 39"/>
          <p:cNvCxnSpPr>
            <a:cxnSpLocks/>
          </p:cNvCxnSpPr>
          <p:nvPr/>
        </p:nvCxnSpPr>
        <p:spPr>
          <a:xfrm>
            <a:off x="1361791" y="3277380"/>
            <a:ext cx="0" cy="68694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5FA4B61-A46E-4E9B-9133-019BB6ADE023}"/>
              </a:ext>
            </a:extLst>
          </p:cNvPr>
          <p:cNvSpPr/>
          <p:nvPr/>
        </p:nvSpPr>
        <p:spPr>
          <a:xfrm>
            <a:off x="222007" y="4694436"/>
            <a:ext cx="1131834" cy="117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4C02FC-551F-41E7-8C7E-F03A0DA0E277}"/>
              </a:ext>
            </a:extLst>
          </p:cNvPr>
          <p:cNvSpPr/>
          <p:nvPr/>
        </p:nvSpPr>
        <p:spPr>
          <a:xfrm>
            <a:off x="1352603" y="4459007"/>
            <a:ext cx="644698" cy="117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534261" y="2826695"/>
            <a:ext cx="457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b</a:t>
            </a:r>
            <a:endParaRPr lang="en-US" sz="2800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7E8B19-B692-46F4-98A4-68C1A43C172A}"/>
              </a:ext>
            </a:extLst>
          </p:cNvPr>
          <p:cNvSpPr/>
          <p:nvPr/>
        </p:nvSpPr>
        <p:spPr>
          <a:xfrm>
            <a:off x="1213740" y="3125640"/>
            <a:ext cx="228600" cy="117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59772A-CE10-4D03-8DCB-DBF3087CA5A6}"/>
              </a:ext>
            </a:extLst>
          </p:cNvPr>
          <p:cNvSpPr/>
          <p:nvPr/>
        </p:nvSpPr>
        <p:spPr>
          <a:xfrm>
            <a:off x="2398083" y="5549955"/>
            <a:ext cx="228600" cy="117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C3CD16-FBAE-4711-B66C-1345C5E63E47}"/>
              </a:ext>
            </a:extLst>
          </p:cNvPr>
          <p:cNvSpPr/>
          <p:nvPr/>
        </p:nvSpPr>
        <p:spPr>
          <a:xfrm>
            <a:off x="3350490" y="1067473"/>
            <a:ext cx="55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507C1D3-1DDC-488E-95A2-C2BE582859DA}"/>
              </a:ext>
            </a:extLst>
          </p:cNvPr>
          <p:cNvSpPr/>
          <p:nvPr/>
        </p:nvSpPr>
        <p:spPr>
          <a:xfrm>
            <a:off x="76200" y="2787073"/>
            <a:ext cx="55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1A6D4E-5CE9-44D8-A1A4-4BDEA3712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0508" y="3801263"/>
            <a:ext cx="2597287" cy="2072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4D18DF54-5228-4D6B-89D5-BB4992AE20C6}"/>
              </a:ext>
            </a:extLst>
          </p:cNvPr>
          <p:cNvSpPr/>
          <p:nvPr/>
        </p:nvSpPr>
        <p:spPr>
          <a:xfrm>
            <a:off x="3659588" y="3974908"/>
            <a:ext cx="381000" cy="1600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5D7721E-20D3-4625-9C6B-323BE6E9DE89}"/>
              </a:ext>
            </a:extLst>
          </p:cNvPr>
          <p:cNvSpPr/>
          <p:nvPr/>
        </p:nvSpPr>
        <p:spPr>
          <a:xfrm>
            <a:off x="3368110" y="3580455"/>
            <a:ext cx="55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27CC83-6F01-4D6F-802E-370C30DFB033}"/>
              </a:ext>
            </a:extLst>
          </p:cNvPr>
          <p:cNvCxnSpPr>
            <a:cxnSpLocks/>
          </p:cNvCxnSpPr>
          <p:nvPr/>
        </p:nvCxnSpPr>
        <p:spPr>
          <a:xfrm flipV="1">
            <a:off x="2667000" y="4267200"/>
            <a:ext cx="881226" cy="13184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9D7081E1-DE26-4108-BE66-84FACFC08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83" y="1664625"/>
            <a:ext cx="3125841" cy="86161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04000" y="1857382"/>
            <a:ext cx="1310975" cy="3702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30E015-3CC6-4404-9C1C-AE35B0549571}"/>
              </a:ext>
            </a:extLst>
          </p:cNvPr>
          <p:cNvSpPr/>
          <p:nvPr/>
        </p:nvSpPr>
        <p:spPr>
          <a:xfrm>
            <a:off x="1600200" y="1686580"/>
            <a:ext cx="228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3107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EDB26AC9-379D-4066-8838-133F14C4182A}"/>
              </a:ext>
            </a:extLst>
          </p:cNvPr>
          <p:cNvSpPr txBox="1"/>
          <p:nvPr/>
        </p:nvSpPr>
        <p:spPr>
          <a:xfrm>
            <a:off x="4355263" y="990600"/>
            <a:ext cx="41692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on the filter button, use the filters to view a particular part of your team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Starting from- make sure you have the option set to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“Logged in User”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Scroll down to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 Template Name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</a:t>
            </a:r>
          </a:p>
          <a:p>
            <a:pPr marL="800100" lvl="1" indent="-342900">
              <a:buFont typeface="+mj-lt"/>
              <a:buAutoNum type="alphaLcPeriod" startAt="2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 the year of the form you wish to review </a:t>
            </a:r>
            <a:r>
              <a:rPr lang="en-US" sz="1400" b="1" dirty="0"/>
              <a:t>“2018 Performance”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select done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 on the options page select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“Apply Filters”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will now be able to see an updated view below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DAE568-4BDF-4AD4-9BDF-904A23BE6874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" y="850172"/>
            <a:ext cx="434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Filter options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-114300"/>
            <a:ext cx="8229600" cy="1143000"/>
          </a:xfrm>
        </p:spPr>
        <p:txBody>
          <a:bodyPr/>
          <a:lstStyle/>
          <a:p>
            <a:r>
              <a:rPr lang="en-US" sz="2700" b="1" dirty="0"/>
              <a:t>How To:  Managers  Filter on Performance Form Status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4955BFF-2752-48DA-B7D0-BBE50D97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1" y="1247563"/>
            <a:ext cx="3913203" cy="220547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667000" y="2752058"/>
            <a:ext cx="457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14084" y="2909594"/>
            <a:ext cx="457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50920" y="1386840"/>
            <a:ext cx="182881" cy="1911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502507" y="2697514"/>
            <a:ext cx="457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3FCF6A-94F4-443C-AB93-1A0E9E5F9901}"/>
              </a:ext>
            </a:extLst>
          </p:cNvPr>
          <p:cNvSpPr txBox="1"/>
          <p:nvPr/>
        </p:nvSpPr>
        <p:spPr>
          <a:xfrm>
            <a:off x="455773" y="6094740"/>
            <a:ext cx="5335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Note: All other filters options can be set to “All values are selected”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B8F2C8-8454-4081-806B-E2DBDDF99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25" y="1659458"/>
            <a:ext cx="3927478" cy="975098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77045F1-216F-4AB5-B1FD-DA0F86DDEBF5}"/>
              </a:ext>
            </a:extLst>
          </p:cNvPr>
          <p:cNvCxnSpPr>
            <a:cxnSpLocks/>
          </p:cNvCxnSpPr>
          <p:nvPr/>
        </p:nvCxnSpPr>
        <p:spPr>
          <a:xfrm flipH="1">
            <a:off x="3268908" y="1555558"/>
            <a:ext cx="261724" cy="3255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8B2BF8E-99EF-46C0-B6A9-1432F2F7BB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929" b="17945"/>
          <a:stretch/>
        </p:blipFill>
        <p:spPr>
          <a:xfrm>
            <a:off x="152400" y="2639866"/>
            <a:ext cx="3924157" cy="71004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447463" y="2029951"/>
            <a:ext cx="1310975" cy="3702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35DA5C-5A89-43C9-A8E3-D00EF3FCCFF8}"/>
              </a:ext>
            </a:extLst>
          </p:cNvPr>
          <p:cNvSpPr/>
          <p:nvPr/>
        </p:nvSpPr>
        <p:spPr>
          <a:xfrm>
            <a:off x="229957" y="3012361"/>
            <a:ext cx="1217504" cy="2979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E1B7F0-1C53-4DE6-8487-83D5DBE6D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96" y="3764409"/>
            <a:ext cx="2597287" cy="1903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0" name="Straight Arrow Connector 39"/>
          <p:cNvCxnSpPr>
            <a:cxnSpLocks/>
          </p:cNvCxnSpPr>
          <p:nvPr/>
        </p:nvCxnSpPr>
        <p:spPr>
          <a:xfrm>
            <a:off x="1361791" y="3277380"/>
            <a:ext cx="0" cy="68694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5FA4B61-A46E-4E9B-9133-019BB6ADE023}"/>
              </a:ext>
            </a:extLst>
          </p:cNvPr>
          <p:cNvSpPr/>
          <p:nvPr/>
        </p:nvSpPr>
        <p:spPr>
          <a:xfrm>
            <a:off x="222007" y="4694436"/>
            <a:ext cx="1131834" cy="117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4C02FC-551F-41E7-8C7E-F03A0DA0E277}"/>
              </a:ext>
            </a:extLst>
          </p:cNvPr>
          <p:cNvSpPr/>
          <p:nvPr/>
        </p:nvSpPr>
        <p:spPr>
          <a:xfrm>
            <a:off x="1352603" y="4459007"/>
            <a:ext cx="644698" cy="117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30E015-3CC6-4404-9C1C-AE35B0549571}"/>
              </a:ext>
            </a:extLst>
          </p:cNvPr>
          <p:cNvSpPr/>
          <p:nvPr/>
        </p:nvSpPr>
        <p:spPr>
          <a:xfrm>
            <a:off x="2769392" y="1704708"/>
            <a:ext cx="228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34261" y="2826695"/>
            <a:ext cx="457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7E8B19-B692-46F4-98A4-68C1A43C172A}"/>
              </a:ext>
            </a:extLst>
          </p:cNvPr>
          <p:cNvSpPr/>
          <p:nvPr/>
        </p:nvSpPr>
        <p:spPr>
          <a:xfrm>
            <a:off x="1213740" y="3125640"/>
            <a:ext cx="228600" cy="117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59772A-CE10-4D03-8DCB-DBF3087CA5A6}"/>
              </a:ext>
            </a:extLst>
          </p:cNvPr>
          <p:cNvSpPr/>
          <p:nvPr/>
        </p:nvSpPr>
        <p:spPr>
          <a:xfrm>
            <a:off x="2398083" y="5549955"/>
            <a:ext cx="228600" cy="117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C3CD16-FBAE-4711-B66C-1345C5E63E47}"/>
              </a:ext>
            </a:extLst>
          </p:cNvPr>
          <p:cNvSpPr/>
          <p:nvPr/>
        </p:nvSpPr>
        <p:spPr>
          <a:xfrm>
            <a:off x="3350490" y="1067473"/>
            <a:ext cx="55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507C1D3-1DDC-488E-95A2-C2BE582859DA}"/>
              </a:ext>
            </a:extLst>
          </p:cNvPr>
          <p:cNvSpPr/>
          <p:nvPr/>
        </p:nvSpPr>
        <p:spPr>
          <a:xfrm>
            <a:off x="76200" y="2787073"/>
            <a:ext cx="55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1A6D4E-5CE9-44D8-A1A4-4BDEA37125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0508" y="3801263"/>
            <a:ext cx="2597287" cy="2072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4D18DF54-5228-4D6B-89D5-BB4992AE20C6}"/>
              </a:ext>
            </a:extLst>
          </p:cNvPr>
          <p:cNvSpPr/>
          <p:nvPr/>
        </p:nvSpPr>
        <p:spPr>
          <a:xfrm>
            <a:off x="3659588" y="3974908"/>
            <a:ext cx="381000" cy="1600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5D7721E-20D3-4625-9C6B-323BE6E9DE89}"/>
              </a:ext>
            </a:extLst>
          </p:cNvPr>
          <p:cNvSpPr/>
          <p:nvPr/>
        </p:nvSpPr>
        <p:spPr>
          <a:xfrm>
            <a:off x="3368110" y="3580455"/>
            <a:ext cx="55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27CC83-6F01-4D6F-802E-370C30DFB033}"/>
              </a:ext>
            </a:extLst>
          </p:cNvPr>
          <p:cNvCxnSpPr>
            <a:cxnSpLocks/>
          </p:cNvCxnSpPr>
          <p:nvPr/>
        </p:nvCxnSpPr>
        <p:spPr>
          <a:xfrm flipV="1">
            <a:off x="2667000" y="4267200"/>
            <a:ext cx="881226" cy="13184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697227"/>
      </p:ext>
    </p:extLst>
  </p:cSld>
  <p:clrMapOvr>
    <a:masterClrMapping/>
  </p:clrMapOvr>
</p:sld>
</file>

<file path=ppt/theme/theme1.xml><?xml version="1.0" encoding="utf-8"?>
<a:theme xmlns:a="http://schemas.openxmlformats.org/drawingml/2006/main" name="1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b83e9d4-1f85-4e06-a066-aef1d46ef089}" enabled="1" method="Standard" siteId="{3698556c-48eb-4511-8a0e-5fb6b7ebb01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36103</TotalTime>
  <Words>354</Words>
  <Application>Microsoft Office PowerPoint</Application>
  <PresentationFormat>On-screen Show (4:3)</PresentationFormat>
  <Paragraphs>54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17_Office Theme</vt:lpstr>
      <vt:lpstr>How To: Access Performance Form Status Dashboard</vt:lpstr>
      <vt:lpstr>How To:  HR  Filters on Performance Form Status</vt:lpstr>
      <vt:lpstr>How To:  Managers  Filter on Performance Form Status</vt:lpstr>
    </vt:vector>
  </TitlesOfParts>
  <Company>Footlocker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Ortolé</dc:creator>
  <cp:lastModifiedBy>Ty Pierce</cp:lastModifiedBy>
  <cp:revision>404</cp:revision>
  <cp:lastPrinted>2019-01-24T19:40:58Z</cp:lastPrinted>
  <dcterms:created xsi:type="dcterms:W3CDTF">2016-04-13T15:17:51Z</dcterms:created>
  <dcterms:modified xsi:type="dcterms:W3CDTF">2019-01-24T20:05:14Z</dcterms:modified>
</cp:coreProperties>
</file>